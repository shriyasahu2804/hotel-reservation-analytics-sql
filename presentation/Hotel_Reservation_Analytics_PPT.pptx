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71" r:id="rId10"/>
    <p:sldId id="272" r:id="rId11"/>
    <p:sldId id="273" r:id="rId12"/>
    <p:sldId id="275" r:id="rId13"/>
    <p:sldId id="274" r:id="rId14"/>
    <p:sldId id="267" r:id="rId15"/>
    <p:sldId id="276" r:id="rId16"/>
    <p:sldId id="269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91623-B089-4D3D-9851-F4FA16B288CA}" v="82" dt="2026-09-24T17:36:14.095"/>
    <p1510:client id="{A79FCB6E-83FE-47BD-9C5C-955CC6719965}" v="12" dt="2026-09-24T14:11:2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YA SAHU" userId="c67d480973c19972" providerId="LiveId" clId="{C81F6454-8039-445D-BF09-8460AA7A388D}"/>
    <pc:docChg chg="undo custSel addSld delSld modSld sldOrd">
      <pc:chgData name="SHRIYA SAHU" userId="c67d480973c19972" providerId="LiveId" clId="{C81F6454-8039-445D-BF09-8460AA7A388D}" dt="2026-09-24T17:57:54.571" v="606" actId="20577"/>
      <pc:docMkLst>
        <pc:docMk/>
      </pc:docMkLst>
      <pc:sldChg chg="modSp mod">
        <pc:chgData name="SHRIYA SAHU" userId="c67d480973c19972" providerId="LiveId" clId="{C81F6454-8039-445D-BF09-8460AA7A388D}" dt="2026-09-24T17:36:14.095" v="604"/>
        <pc:sldMkLst>
          <pc:docMk/>
          <pc:sldMk cId="0" sldId="257"/>
        </pc:sldMkLst>
        <pc:spChg chg="mod">
          <ac:chgData name="SHRIYA SAHU" userId="c67d480973c19972" providerId="LiveId" clId="{C81F6454-8039-445D-BF09-8460AA7A388D}" dt="2026-09-24T17:36:14.095" v="604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SHRIYA SAHU" userId="c67d480973c19972" providerId="LiveId" clId="{C81F6454-8039-445D-BF09-8460AA7A388D}" dt="2026-09-24T17:57:50.367" v="605" actId="20577"/>
        <pc:sldMkLst>
          <pc:docMk/>
          <pc:sldMk cId="0" sldId="258"/>
        </pc:sldMkLst>
        <pc:spChg chg="mod">
          <ac:chgData name="SHRIYA SAHU" userId="c67d480973c19972" providerId="LiveId" clId="{C81F6454-8039-445D-BF09-8460AA7A388D}" dt="2026-09-24T17:57:50.367" v="605" actId="20577"/>
          <ac:spMkLst>
            <pc:docMk/>
            <pc:sldMk cId="0" sldId="258"/>
            <ac:spMk id="6" creationId="{00000000-0000-0000-0000-000000000000}"/>
          </ac:spMkLst>
        </pc:spChg>
      </pc:sldChg>
      <pc:sldChg chg="delSp modSp mod">
        <pc:chgData name="SHRIYA SAHU" userId="c67d480973c19972" providerId="LiveId" clId="{C81F6454-8039-445D-BF09-8460AA7A388D}" dt="2026-09-24T14:26:38.753" v="100" actId="1076"/>
        <pc:sldMkLst>
          <pc:docMk/>
          <pc:sldMk cId="0" sldId="259"/>
        </pc:sldMkLst>
        <pc:spChg chg="mod">
          <ac:chgData name="SHRIYA SAHU" userId="c67d480973c19972" providerId="LiveId" clId="{C81F6454-8039-445D-BF09-8460AA7A388D}" dt="2026-09-24T14:21:02.550" v="49" actId="113"/>
          <ac:spMkLst>
            <pc:docMk/>
            <pc:sldMk cId="0" sldId="259"/>
            <ac:spMk id="4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1:28.746" v="50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1:31.410" v="51" actId="478"/>
          <ac:spMkLst>
            <pc:docMk/>
            <pc:sldMk cId="0" sldId="259"/>
            <ac:spMk id="7" creationId="{00000000-0000-0000-0000-000000000000}"/>
          </ac:spMkLst>
        </pc:spChg>
        <pc:spChg chg="mod">
          <ac:chgData name="SHRIYA SAHU" userId="c67d480973c19972" providerId="LiveId" clId="{C81F6454-8039-445D-BF09-8460AA7A388D}" dt="2026-09-24T14:26:30.012" v="99" actId="5793"/>
          <ac:spMkLst>
            <pc:docMk/>
            <pc:sldMk cId="0" sldId="259"/>
            <ac:spMk id="8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1:34.794" v="52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1:38.872" v="53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1:43.502" v="54" actId="478"/>
          <ac:spMkLst>
            <pc:docMk/>
            <pc:sldMk cId="0" sldId="259"/>
            <ac:spMk id="11" creationId="{00000000-0000-0000-0000-000000000000}"/>
          </ac:spMkLst>
        </pc:spChg>
        <pc:picChg chg="mod">
          <ac:chgData name="SHRIYA SAHU" userId="c67d480973c19972" providerId="LiveId" clId="{C81F6454-8039-445D-BF09-8460AA7A388D}" dt="2026-09-24T14:26:38.753" v="100" actId="1076"/>
          <ac:picMkLst>
            <pc:docMk/>
            <pc:sldMk cId="0" sldId="259"/>
            <ac:picMk id="19" creationId="{D75FC4F6-F04C-ABA6-7456-7E26C8D7E487}"/>
          </ac:picMkLst>
        </pc:picChg>
      </pc:sldChg>
      <pc:sldChg chg="modSp mod">
        <pc:chgData name="SHRIYA SAHU" userId="c67d480973c19972" providerId="LiveId" clId="{C81F6454-8039-445D-BF09-8460AA7A388D}" dt="2026-09-24T14:27:53.659" v="129" actId="20577"/>
        <pc:sldMkLst>
          <pc:docMk/>
          <pc:sldMk cId="0" sldId="260"/>
        </pc:sldMkLst>
        <pc:spChg chg="mod">
          <ac:chgData name="SHRIYA SAHU" userId="c67d480973c19972" providerId="LiveId" clId="{C81F6454-8039-445D-BF09-8460AA7A388D}" dt="2026-09-24T14:27:53.659" v="129" actId="20577"/>
          <ac:spMkLst>
            <pc:docMk/>
            <pc:sldMk cId="0" sldId="260"/>
            <ac:spMk id="8" creationId="{00000000-0000-0000-0000-000000000000}"/>
          </ac:spMkLst>
        </pc:spChg>
      </pc:sldChg>
      <pc:sldChg chg="addSp delSp modSp mod">
        <pc:chgData name="SHRIYA SAHU" userId="c67d480973c19972" providerId="LiveId" clId="{C81F6454-8039-445D-BF09-8460AA7A388D}" dt="2026-09-24T17:57:54.571" v="606" actId="20577"/>
        <pc:sldMkLst>
          <pc:docMk/>
          <pc:sldMk cId="0" sldId="261"/>
        </pc:sldMkLst>
        <pc:spChg chg="mod">
          <ac:chgData name="SHRIYA SAHU" userId="c67d480973c19972" providerId="LiveId" clId="{C81F6454-8039-445D-BF09-8460AA7A388D}" dt="2026-09-24T17:57:54.571" v="606" actId="20577"/>
          <ac:spMkLst>
            <pc:docMk/>
            <pc:sldMk cId="0" sldId="261"/>
            <ac:spMk id="4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09.663" v="130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10.951" v="131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12.081" v="132" actId="478"/>
          <ac:spMkLst>
            <pc:docMk/>
            <pc:sldMk cId="0" sldId="261"/>
            <ac:spMk id="8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13.157" v="133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14.249" v="134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15.473" v="135" actId="478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SHRIYA SAHU" userId="c67d480973c19972" providerId="LiveId" clId="{C81F6454-8039-445D-BF09-8460AA7A388D}" dt="2026-09-24T14:28:19.482" v="137" actId="47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32.002" v="143" actId="478"/>
          <ac:spMkLst>
            <pc:docMk/>
            <pc:sldMk cId="0" sldId="261"/>
            <ac:spMk id="18" creationId="{00000000-0000-0000-0000-000000000000}"/>
          </ac:spMkLst>
        </pc:spChg>
        <pc:spChg chg="del mod">
          <ac:chgData name="SHRIYA SAHU" userId="c67d480973c19972" providerId="LiveId" clId="{C81F6454-8039-445D-BF09-8460AA7A388D}" dt="2026-09-24T14:28:40.846" v="146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35.151" v="144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45.626" v="149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42.187" v="147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43.699" v="148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48.470" v="151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46.899" v="150" actId="478"/>
          <ac:spMkLst>
            <pc:docMk/>
            <pc:sldMk cId="0" sldId="261"/>
            <ac:spMk id="25" creationId="{00000000-0000-0000-0000-000000000000}"/>
          </ac:spMkLst>
        </pc:spChg>
        <pc:spChg chg="del mod">
          <ac:chgData name="SHRIYA SAHU" userId="c67d480973c19972" providerId="LiveId" clId="{C81F6454-8039-445D-BF09-8460AA7A388D}" dt="2026-09-24T14:28:51.411" v="153" actId="478"/>
          <ac:spMkLst>
            <pc:docMk/>
            <pc:sldMk cId="0" sldId="261"/>
            <ac:spMk id="26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53.902" v="155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28:52.562" v="154" actId="478"/>
          <ac:spMkLst>
            <pc:docMk/>
            <pc:sldMk cId="0" sldId="261"/>
            <ac:spMk id="28" creationId="{00000000-0000-0000-0000-000000000000}"/>
          </ac:spMkLst>
        </pc:spChg>
        <pc:spChg chg="del mod">
          <ac:chgData name="SHRIYA SAHU" userId="c67d480973c19972" providerId="LiveId" clId="{C81F6454-8039-445D-BF09-8460AA7A388D}" dt="2026-09-24T14:28:56.499" v="157" actId="478"/>
          <ac:spMkLst>
            <pc:docMk/>
            <pc:sldMk cId="0" sldId="261"/>
            <ac:spMk id="29" creationId="{00000000-0000-0000-0000-000000000000}"/>
          </ac:spMkLst>
        </pc:spChg>
        <pc:picChg chg="add mod">
          <ac:chgData name="SHRIYA SAHU" userId="c67d480973c19972" providerId="LiveId" clId="{C81F6454-8039-445D-BF09-8460AA7A388D}" dt="2026-09-24T14:31:08.994" v="159" actId="14100"/>
          <ac:picMkLst>
            <pc:docMk/>
            <pc:sldMk cId="0" sldId="261"/>
            <ac:picMk id="33" creationId="{A76D6ADC-1B3F-370F-7749-CB04CF69D55A}"/>
          </ac:picMkLst>
        </pc:picChg>
        <pc:cxnChg chg="del">
          <ac:chgData name="SHRIYA SAHU" userId="c67d480973c19972" providerId="LiveId" clId="{C81F6454-8039-445D-BF09-8460AA7A388D}" dt="2026-09-24T14:28:25.764" v="140" actId="478"/>
          <ac:cxnSpMkLst>
            <pc:docMk/>
            <pc:sldMk cId="0" sldId="261"/>
            <ac:cxnSpMk id="12" creationId="{00000000-0000-0000-0000-000000000000}"/>
          </ac:cxnSpMkLst>
        </pc:cxnChg>
        <pc:cxnChg chg="del">
          <ac:chgData name="SHRIYA SAHU" userId="c67d480973c19972" providerId="LiveId" clId="{C81F6454-8039-445D-BF09-8460AA7A388D}" dt="2026-09-24T14:28:27.365" v="141" actId="478"/>
          <ac:cxnSpMkLst>
            <pc:docMk/>
            <pc:sldMk cId="0" sldId="261"/>
            <ac:cxnSpMk id="13" creationId="{00000000-0000-0000-0000-000000000000}"/>
          </ac:cxnSpMkLst>
        </pc:cxnChg>
        <pc:cxnChg chg="del">
          <ac:chgData name="SHRIYA SAHU" userId="c67d480973c19972" providerId="LiveId" clId="{C81F6454-8039-445D-BF09-8460AA7A388D}" dt="2026-09-24T14:28:24.093" v="139" actId="478"/>
          <ac:cxnSpMkLst>
            <pc:docMk/>
            <pc:sldMk cId="0" sldId="261"/>
            <ac:cxnSpMk id="14" creationId="{00000000-0000-0000-0000-000000000000}"/>
          </ac:cxnSpMkLst>
        </pc:cxnChg>
        <pc:cxnChg chg="del">
          <ac:chgData name="SHRIYA SAHU" userId="c67d480973c19972" providerId="LiveId" clId="{C81F6454-8039-445D-BF09-8460AA7A388D}" dt="2026-09-24T14:28:22.162" v="138" actId="478"/>
          <ac:cxnSpMkLst>
            <pc:docMk/>
            <pc:sldMk cId="0" sldId="261"/>
            <ac:cxnSpMk id="15" creationId="{00000000-0000-0000-0000-000000000000}"/>
          </ac:cxnSpMkLst>
        </pc:cxnChg>
        <pc:cxnChg chg="del">
          <ac:chgData name="SHRIYA SAHU" userId="c67d480973c19972" providerId="LiveId" clId="{C81F6454-8039-445D-BF09-8460AA7A388D}" dt="2026-09-24T14:28:29.152" v="142" actId="478"/>
          <ac:cxnSpMkLst>
            <pc:docMk/>
            <pc:sldMk cId="0" sldId="261"/>
            <ac:cxnSpMk id="16" creationId="{00000000-0000-0000-0000-000000000000}"/>
          </ac:cxnSpMkLst>
        </pc:cxnChg>
      </pc:sldChg>
      <pc:sldChg chg="addSp delSp modSp mod">
        <pc:chgData name="SHRIYA SAHU" userId="c67d480973c19972" providerId="LiveId" clId="{C81F6454-8039-445D-BF09-8460AA7A388D}" dt="2026-09-24T16:20:11.200" v="299" actId="20577"/>
        <pc:sldMkLst>
          <pc:docMk/>
          <pc:sldMk cId="0" sldId="262"/>
        </pc:sldMkLst>
        <pc:spChg chg="mod">
          <ac:chgData name="SHRIYA SAHU" userId="c67d480973c19972" providerId="LiveId" clId="{C81F6454-8039-445D-BF09-8460AA7A388D}" dt="2026-09-24T14:45:58.055" v="206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RIYA SAHU" userId="c67d480973c19972" providerId="LiveId" clId="{C81F6454-8039-445D-BF09-8460AA7A388D}" dt="2026-09-24T16:20:11.200" v="299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10.650" v="175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17.081" v="176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09.358" v="174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28.702" v="182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24.230" v="180" actId="478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SHRIYA SAHU" userId="c67d480973c19972" providerId="LiveId" clId="{C81F6454-8039-445D-BF09-8460AA7A388D}" dt="2026-09-24T14:45:33.878" v="183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18.920" v="178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18.196" v="177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5:22.393" v="179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SHRIYA SAHU" userId="c67d480973c19972" providerId="LiveId" clId="{C81F6454-8039-445D-BF09-8460AA7A388D}" dt="2026-09-24T14:43:56.320" v="166" actId="47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SHRIYA SAHU" userId="c67d480973c19972" providerId="LiveId" clId="{C81F6454-8039-445D-BF09-8460AA7A388D}" dt="2026-09-24T14:43:55.495" v="165" actId="47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HRIYA SAHU" userId="c67d480973c19972" providerId="LiveId" clId="{C81F6454-8039-445D-BF09-8460AA7A388D}" dt="2026-09-24T14:47:08.592" v="212"/>
          <ac:spMkLst>
            <pc:docMk/>
            <pc:sldMk cId="0" sldId="262"/>
            <ac:spMk id="20" creationId="{00000000-0000-0000-0000-000000000000}"/>
          </ac:spMkLst>
        </pc:spChg>
        <pc:graphicFrameChg chg="del">
          <ac:chgData name="SHRIYA SAHU" userId="c67d480973c19972" providerId="LiveId" clId="{C81F6454-8039-445D-BF09-8460AA7A388D}" dt="2026-09-24T14:43:47.506" v="164" actId="478"/>
          <ac:graphicFrameMkLst>
            <pc:docMk/>
            <pc:sldMk cId="0" sldId="262"/>
            <ac:graphicFrameMk id="18" creationId="{00000000-0000-0000-0000-000000000000}"/>
          </ac:graphicFrameMkLst>
        </pc:graphicFrameChg>
        <pc:picChg chg="add mod">
          <ac:chgData name="SHRIYA SAHU" userId="c67d480973c19972" providerId="LiveId" clId="{C81F6454-8039-445D-BF09-8460AA7A388D}" dt="2026-09-24T14:46:18.074" v="209" actId="14100"/>
          <ac:picMkLst>
            <pc:docMk/>
            <pc:sldMk cId="0" sldId="262"/>
            <ac:picMk id="24" creationId="{F98A23DD-E2B5-EFDE-A625-04898650AD30}"/>
          </ac:picMkLst>
        </pc:picChg>
        <pc:picChg chg="add mod">
          <ac:chgData name="SHRIYA SAHU" userId="c67d480973c19972" providerId="LiveId" clId="{C81F6454-8039-445D-BF09-8460AA7A388D}" dt="2026-09-24T14:45:41.629" v="185" actId="1076"/>
          <ac:picMkLst>
            <pc:docMk/>
            <pc:sldMk cId="0" sldId="262"/>
            <ac:picMk id="27" creationId="{3E3FBB01-0253-E724-0C68-1CC4D2913830}"/>
          </ac:picMkLst>
        </pc:picChg>
      </pc:sldChg>
      <pc:sldChg chg="del">
        <pc:chgData name="SHRIYA SAHU" userId="c67d480973c19972" providerId="LiveId" clId="{C81F6454-8039-445D-BF09-8460AA7A388D}" dt="2026-09-24T16:35:26.683" v="337" actId="47"/>
        <pc:sldMkLst>
          <pc:docMk/>
          <pc:sldMk cId="0" sldId="263"/>
        </pc:sldMkLst>
      </pc:sldChg>
      <pc:sldChg chg="del">
        <pc:chgData name="SHRIYA SAHU" userId="c67d480973c19972" providerId="LiveId" clId="{C81F6454-8039-445D-BF09-8460AA7A388D}" dt="2026-09-24T16:35:28.879" v="338" actId="47"/>
        <pc:sldMkLst>
          <pc:docMk/>
          <pc:sldMk cId="0" sldId="264"/>
        </pc:sldMkLst>
      </pc:sldChg>
      <pc:sldChg chg="del">
        <pc:chgData name="SHRIYA SAHU" userId="c67d480973c19972" providerId="LiveId" clId="{C81F6454-8039-445D-BF09-8460AA7A388D}" dt="2026-09-24T16:42:59.244" v="365" actId="47"/>
        <pc:sldMkLst>
          <pc:docMk/>
          <pc:sldMk cId="0" sldId="265"/>
        </pc:sldMkLst>
      </pc:sldChg>
      <pc:sldChg chg="del">
        <pc:chgData name="SHRIYA SAHU" userId="c67d480973c19972" providerId="LiveId" clId="{C81F6454-8039-445D-BF09-8460AA7A388D}" dt="2026-09-24T16:36:00.334" v="339" actId="47"/>
        <pc:sldMkLst>
          <pc:docMk/>
          <pc:sldMk cId="0" sldId="266"/>
        </pc:sldMkLst>
      </pc:sldChg>
      <pc:sldChg chg="addSp delSp modSp mod">
        <pc:chgData name="SHRIYA SAHU" userId="c67d480973c19972" providerId="LiveId" clId="{C81F6454-8039-445D-BF09-8460AA7A388D}" dt="2026-09-24T17:05:27.781" v="542" actId="123"/>
        <pc:sldMkLst>
          <pc:docMk/>
          <pc:sldMk cId="0" sldId="267"/>
        </pc:sldMkLst>
        <pc:spChg chg="mod">
          <ac:chgData name="SHRIYA SAHU" userId="c67d480973c19972" providerId="LiveId" clId="{C81F6454-8039-445D-BF09-8460AA7A388D}" dt="2026-09-24T16:49:55.647" v="367"/>
          <ac:spMkLst>
            <pc:docMk/>
            <pc:sldMk cId="0" sldId="267"/>
            <ac:spMk id="4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49:59.545" v="368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02.622" v="370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01.175" v="369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07.094" v="372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08.022" v="373" actId="478"/>
          <ac:spMkLst>
            <pc:docMk/>
            <pc:sldMk cId="0" sldId="267"/>
            <ac:spMk id="10" creationId="{00000000-0000-0000-0000-000000000000}"/>
          </ac:spMkLst>
        </pc:spChg>
        <pc:spChg chg="del mod">
          <ac:chgData name="SHRIYA SAHU" userId="c67d480973c19972" providerId="LiveId" clId="{C81F6454-8039-445D-BF09-8460AA7A388D}" dt="2026-09-24T16:50:11.443" v="374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28.031" v="384" actId="478"/>
          <ac:spMkLst>
            <pc:docMk/>
            <pc:sldMk cId="0" sldId="267"/>
            <ac:spMk id="12" creationId="{00000000-0000-0000-0000-000000000000}"/>
          </ac:spMkLst>
        </pc:spChg>
        <pc:spChg chg="add del mod">
          <ac:chgData name="SHRIYA SAHU" userId="c67d480973c19972" providerId="LiveId" clId="{C81F6454-8039-445D-BF09-8460AA7A388D}" dt="2026-09-24T17:05:27.781" v="542" actId="123"/>
          <ac:spMkLst>
            <pc:docMk/>
            <pc:sldMk cId="0" sldId="267"/>
            <ac:spMk id="13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32.064" v="385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13.704" v="376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15.675" v="377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12.811" v="375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23.767" v="381" actId="478"/>
          <ac:spMkLst>
            <pc:docMk/>
            <pc:sldMk cId="0" sldId="267"/>
            <ac:spMk id="18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26.829" v="383" actId="478"/>
          <ac:spMkLst>
            <pc:docMk/>
            <pc:sldMk cId="0" sldId="267"/>
            <ac:spMk id="19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25.176" v="382" actId="478"/>
          <ac:spMkLst>
            <pc:docMk/>
            <pc:sldMk cId="0" sldId="267"/>
            <ac:spMk id="20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17.788" v="379" actId="478"/>
          <ac:spMkLst>
            <pc:docMk/>
            <pc:sldMk cId="0" sldId="267"/>
            <ac:spMk id="21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16.917" v="378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SHRIYA SAHU" userId="c67d480973c19972" providerId="LiveId" clId="{C81F6454-8039-445D-BF09-8460AA7A388D}" dt="2026-09-24T16:50:22.073" v="380" actId="478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SHRIYA SAHU" userId="c67d480973c19972" providerId="LiveId" clId="{C81F6454-8039-445D-BF09-8460AA7A388D}" dt="2026-09-24T17:07:40.293" v="562" actId="47"/>
        <pc:sldMkLst>
          <pc:docMk/>
          <pc:sldMk cId="0" sldId="268"/>
        </pc:sldMkLst>
      </pc:sldChg>
      <pc:sldChg chg="addSp delSp modSp mod">
        <pc:chgData name="SHRIYA SAHU" userId="c67d480973c19972" providerId="LiveId" clId="{C81F6454-8039-445D-BF09-8460AA7A388D}" dt="2026-09-24T17:07:33.314" v="561" actId="113"/>
        <pc:sldMkLst>
          <pc:docMk/>
          <pc:sldMk cId="0" sldId="269"/>
        </pc:sldMkLst>
        <pc:spChg chg="add">
          <ac:chgData name="SHRIYA SAHU" userId="c67d480973c19972" providerId="LiveId" clId="{C81F6454-8039-445D-BF09-8460AA7A388D}" dt="2026-09-24T17:01:18.604" v="485"/>
          <ac:spMkLst>
            <pc:docMk/>
            <pc:sldMk cId="0" sldId="269"/>
            <ac:spMk id="5" creationId="{31E86040-7877-0B84-2C7A-638ED30FFAFB}"/>
          </ac:spMkLst>
        </pc:spChg>
        <pc:spChg chg="del">
          <ac:chgData name="SHRIYA SAHU" userId="c67d480973c19972" providerId="LiveId" clId="{C81F6454-8039-445D-BF09-8460AA7A388D}" dt="2026-09-24T17:00:46.877" v="481" actId="478"/>
          <ac:spMkLst>
            <pc:docMk/>
            <pc:sldMk cId="0" sldId="269"/>
            <ac:spMk id="6" creationId="{00000000-0000-0000-0000-000000000000}"/>
          </ac:spMkLst>
        </pc:spChg>
        <pc:spChg chg="mod">
          <ac:chgData name="SHRIYA SAHU" userId="c67d480973c19972" providerId="LiveId" clId="{C81F6454-8039-445D-BF09-8460AA7A388D}" dt="2026-09-24T17:05:06.989" v="540" actId="123"/>
          <ac:spMkLst>
            <pc:docMk/>
            <pc:sldMk cId="0" sldId="269"/>
            <ac:spMk id="7" creationId="{00000000-0000-0000-0000-000000000000}"/>
          </ac:spMkLst>
        </pc:spChg>
        <pc:spChg chg="del">
          <ac:chgData name="SHRIYA SAHU" userId="c67d480973c19972" providerId="LiveId" clId="{C81F6454-8039-445D-BF09-8460AA7A388D}" dt="2026-09-24T17:00:52.271" v="483" actId="478"/>
          <ac:spMkLst>
            <pc:docMk/>
            <pc:sldMk cId="0" sldId="269"/>
            <ac:spMk id="8" creationId="{00000000-0000-0000-0000-000000000000}"/>
          </ac:spMkLst>
        </pc:spChg>
        <pc:spChg chg="del">
          <ac:chgData name="SHRIYA SAHU" userId="c67d480973c19972" providerId="LiveId" clId="{C81F6454-8039-445D-BF09-8460AA7A388D}" dt="2026-09-24T17:00:51.430" v="482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SHRIYA SAHU" userId="c67d480973c19972" providerId="LiveId" clId="{C81F6454-8039-445D-BF09-8460AA7A388D}" dt="2026-09-24T17:00:55.840" v="484" actId="478"/>
          <ac:spMkLst>
            <pc:docMk/>
            <pc:sldMk cId="0" sldId="269"/>
            <ac:spMk id="10" creationId="{00000000-0000-0000-0000-000000000000}"/>
          </ac:spMkLst>
        </pc:spChg>
        <pc:spChg chg="add mod">
          <ac:chgData name="SHRIYA SAHU" userId="c67d480973c19972" providerId="LiveId" clId="{C81F6454-8039-445D-BF09-8460AA7A388D}" dt="2026-09-24T17:03:18.064" v="502"/>
          <ac:spMkLst>
            <pc:docMk/>
            <pc:sldMk cId="0" sldId="269"/>
            <ac:spMk id="14" creationId="{82C74B22-D7D8-8760-B9F2-37F9B1703313}"/>
          </ac:spMkLst>
        </pc:spChg>
        <pc:spChg chg="add del mod">
          <ac:chgData name="SHRIYA SAHU" userId="c67d480973c19972" providerId="LiveId" clId="{C81F6454-8039-445D-BF09-8460AA7A388D}" dt="2026-09-24T17:07:33.314" v="561" actId="113"/>
          <ac:spMkLst>
            <pc:docMk/>
            <pc:sldMk cId="0" sldId="269"/>
            <ac:spMk id="17" creationId="{C7D779AC-2A7D-4C4D-5F88-CEC0F8761988}"/>
          </ac:spMkLst>
        </pc:spChg>
      </pc:sldChg>
      <pc:sldChg chg="delSp modSp add mod ord">
        <pc:chgData name="SHRIYA SAHU" userId="c67d480973c19972" providerId="LiveId" clId="{C81F6454-8039-445D-BF09-8460AA7A388D}" dt="2026-09-24T14:20:07.884" v="45"/>
        <pc:sldMkLst>
          <pc:docMk/>
          <pc:sldMk cId="2593970944" sldId="270"/>
        </pc:sldMkLst>
        <pc:spChg chg="mod">
          <ac:chgData name="SHRIYA SAHU" userId="c67d480973c19972" providerId="LiveId" clId="{C81F6454-8039-445D-BF09-8460AA7A388D}" dt="2026-09-24T14:16:10.188" v="19" actId="20577"/>
          <ac:spMkLst>
            <pc:docMk/>
            <pc:sldMk cId="2593970944" sldId="270"/>
            <ac:spMk id="4" creationId="{51153FC5-43FB-0B16-470A-76EA376018A1}"/>
          </ac:spMkLst>
        </pc:spChg>
        <pc:spChg chg="del">
          <ac:chgData name="SHRIYA SAHU" userId="c67d480973c19972" providerId="LiveId" clId="{C81F6454-8039-445D-BF09-8460AA7A388D}" dt="2026-09-24T14:16:48.403" v="26" actId="478"/>
          <ac:spMkLst>
            <pc:docMk/>
            <pc:sldMk cId="2593970944" sldId="270"/>
            <ac:spMk id="6" creationId="{7A22BFA5-B695-A071-3E0A-3F3A3F0FEF39}"/>
          </ac:spMkLst>
        </pc:spChg>
        <pc:spChg chg="del">
          <ac:chgData name="SHRIYA SAHU" userId="c67d480973c19972" providerId="LiveId" clId="{C81F6454-8039-445D-BF09-8460AA7A388D}" dt="2026-09-24T14:16:46.439" v="25" actId="478"/>
          <ac:spMkLst>
            <pc:docMk/>
            <pc:sldMk cId="2593970944" sldId="270"/>
            <ac:spMk id="7" creationId="{2078585D-038C-9A16-D2F9-A9DB70394C37}"/>
          </ac:spMkLst>
        </pc:spChg>
        <pc:spChg chg="mod">
          <ac:chgData name="SHRIYA SAHU" userId="c67d480973c19972" providerId="LiveId" clId="{C81F6454-8039-445D-BF09-8460AA7A388D}" dt="2026-09-24T14:18:50.859" v="43" actId="20577"/>
          <ac:spMkLst>
            <pc:docMk/>
            <pc:sldMk cId="2593970944" sldId="270"/>
            <ac:spMk id="8" creationId="{D98FF9AC-9AB8-CBA0-DFA3-BC225ADE4A26}"/>
          </ac:spMkLst>
        </pc:spChg>
        <pc:spChg chg="del">
          <ac:chgData name="SHRIYA SAHU" userId="c67d480973c19972" providerId="LiveId" clId="{C81F6454-8039-445D-BF09-8460AA7A388D}" dt="2026-09-24T14:16:29.465" v="21" actId="478"/>
          <ac:spMkLst>
            <pc:docMk/>
            <pc:sldMk cId="2593970944" sldId="270"/>
            <ac:spMk id="9" creationId="{B0CFB70F-AAD4-086D-40DC-D8DECA6DEFAD}"/>
          </ac:spMkLst>
        </pc:spChg>
        <pc:spChg chg="del">
          <ac:chgData name="SHRIYA SAHU" userId="c67d480973c19972" providerId="LiveId" clId="{C81F6454-8039-445D-BF09-8460AA7A388D}" dt="2026-09-24T14:16:25.873" v="20" actId="478"/>
          <ac:spMkLst>
            <pc:docMk/>
            <pc:sldMk cId="2593970944" sldId="270"/>
            <ac:spMk id="10" creationId="{5C8995BF-1ED5-F91E-3D5D-0F3B0A32D047}"/>
          </ac:spMkLst>
        </pc:spChg>
        <pc:spChg chg="del mod">
          <ac:chgData name="SHRIYA SAHU" userId="c67d480973c19972" providerId="LiveId" clId="{C81F6454-8039-445D-BF09-8460AA7A388D}" dt="2026-09-24T14:16:44.464" v="24" actId="478"/>
          <ac:spMkLst>
            <pc:docMk/>
            <pc:sldMk cId="2593970944" sldId="270"/>
            <ac:spMk id="11" creationId="{216C68B6-DD43-E2DB-16BE-06B55C08BDBD}"/>
          </ac:spMkLst>
        </pc:spChg>
        <pc:picChg chg="del mod">
          <ac:chgData name="SHRIYA SAHU" userId="c67d480973c19972" providerId="LiveId" clId="{C81F6454-8039-445D-BF09-8460AA7A388D}" dt="2026-09-24T14:17:45.412" v="29" actId="478"/>
          <ac:picMkLst>
            <pc:docMk/>
            <pc:sldMk cId="2593970944" sldId="270"/>
            <ac:picMk id="19" creationId="{BB78C63B-C7DA-B06C-4055-8988401888C1}"/>
          </ac:picMkLst>
        </pc:picChg>
      </pc:sldChg>
      <pc:sldChg chg="addSp delSp modSp add mod">
        <pc:chgData name="SHRIYA SAHU" userId="c67d480973c19972" providerId="LiveId" clId="{C81F6454-8039-445D-BF09-8460AA7A388D}" dt="2026-09-24T14:51:18.549" v="251" actId="20577"/>
        <pc:sldMkLst>
          <pc:docMk/>
          <pc:sldMk cId="844000957" sldId="271"/>
        </pc:sldMkLst>
        <pc:spChg chg="mod">
          <ac:chgData name="SHRIYA SAHU" userId="c67d480973c19972" providerId="LiveId" clId="{C81F6454-8039-445D-BF09-8460AA7A388D}" dt="2026-09-24T14:51:18.549" v="251" actId="20577"/>
          <ac:spMkLst>
            <pc:docMk/>
            <pc:sldMk cId="844000957" sldId="271"/>
            <ac:spMk id="6" creationId="{242E9398-621B-2647-05DC-B2F40E06F414}"/>
          </ac:spMkLst>
        </pc:spChg>
        <pc:spChg chg="mod">
          <ac:chgData name="SHRIYA SAHU" userId="c67d480973c19972" providerId="LiveId" clId="{C81F6454-8039-445D-BF09-8460AA7A388D}" dt="2026-09-24T14:50:27.173" v="226"/>
          <ac:spMkLst>
            <pc:docMk/>
            <pc:sldMk cId="844000957" sldId="271"/>
            <ac:spMk id="20" creationId="{D46F3A63-064C-C464-E8EB-AB0EE32B01A4}"/>
          </ac:spMkLst>
        </pc:spChg>
        <pc:picChg chg="add mod">
          <ac:chgData name="SHRIYA SAHU" userId="c67d480973c19972" providerId="LiveId" clId="{C81F6454-8039-445D-BF09-8460AA7A388D}" dt="2026-09-24T14:49:38.731" v="221" actId="1076"/>
          <ac:picMkLst>
            <pc:docMk/>
            <pc:sldMk cId="844000957" sldId="271"/>
            <ac:picMk id="7" creationId="{8B0C37DE-FD5C-2A8E-DE08-0CA6FF7BF92F}"/>
          </ac:picMkLst>
        </pc:picChg>
        <pc:picChg chg="add mod">
          <ac:chgData name="SHRIYA SAHU" userId="c67d480973c19972" providerId="LiveId" clId="{C81F6454-8039-445D-BF09-8460AA7A388D}" dt="2026-09-24T14:50:05.996" v="225" actId="14100"/>
          <ac:picMkLst>
            <pc:docMk/>
            <pc:sldMk cId="844000957" sldId="271"/>
            <ac:picMk id="9" creationId="{0BC50DF4-D670-D813-E4AE-2E0D4CA665F8}"/>
          </ac:picMkLst>
        </pc:picChg>
        <pc:picChg chg="del">
          <ac:chgData name="SHRIYA SAHU" userId="c67d480973c19972" providerId="LiveId" clId="{C81F6454-8039-445D-BF09-8460AA7A388D}" dt="2026-09-24T14:49:27.657" v="217" actId="478"/>
          <ac:picMkLst>
            <pc:docMk/>
            <pc:sldMk cId="844000957" sldId="271"/>
            <ac:picMk id="24" creationId="{DA5E94B2-411C-4C3F-ED00-6639DD9D55DF}"/>
          </ac:picMkLst>
        </pc:picChg>
        <pc:picChg chg="del">
          <ac:chgData name="SHRIYA SAHU" userId="c67d480973c19972" providerId="LiveId" clId="{C81F6454-8039-445D-BF09-8460AA7A388D}" dt="2026-09-24T14:49:42.149" v="222" actId="478"/>
          <ac:picMkLst>
            <pc:docMk/>
            <pc:sldMk cId="844000957" sldId="271"/>
            <ac:picMk id="27" creationId="{8BC03A31-9E06-4AB2-2526-B85AE0AB23FD}"/>
          </ac:picMkLst>
        </pc:picChg>
      </pc:sldChg>
      <pc:sldChg chg="addSp delSp modSp add mod">
        <pc:chgData name="SHRIYA SAHU" userId="c67d480973c19972" providerId="LiveId" clId="{C81F6454-8039-445D-BF09-8460AA7A388D}" dt="2026-09-24T15:03:43.580" v="297"/>
        <pc:sldMkLst>
          <pc:docMk/>
          <pc:sldMk cId="1763147505" sldId="272"/>
        </pc:sldMkLst>
        <pc:spChg chg="mod">
          <ac:chgData name="SHRIYA SAHU" userId="c67d480973c19972" providerId="LiveId" clId="{C81F6454-8039-445D-BF09-8460AA7A388D}" dt="2026-09-24T15:00:00.776" v="268"/>
          <ac:spMkLst>
            <pc:docMk/>
            <pc:sldMk cId="1763147505" sldId="272"/>
            <ac:spMk id="4" creationId="{1448ED5C-5C17-5E34-2631-225AC4A1A96A}"/>
          </ac:spMkLst>
        </pc:spChg>
        <pc:spChg chg="mod">
          <ac:chgData name="SHRIYA SAHU" userId="c67d480973c19972" providerId="LiveId" clId="{C81F6454-8039-445D-BF09-8460AA7A388D}" dt="2026-09-24T14:57:13.647" v="254" actId="20577"/>
          <ac:spMkLst>
            <pc:docMk/>
            <pc:sldMk cId="1763147505" sldId="272"/>
            <ac:spMk id="6" creationId="{66D8B35B-8680-51DF-3652-871DDE912EA9}"/>
          </ac:spMkLst>
        </pc:spChg>
        <pc:spChg chg="add">
          <ac:chgData name="SHRIYA SAHU" userId="c67d480973c19972" providerId="LiveId" clId="{C81F6454-8039-445D-BF09-8460AA7A388D}" dt="2026-09-24T15:00:37.628" v="269"/>
          <ac:spMkLst>
            <pc:docMk/>
            <pc:sldMk cId="1763147505" sldId="272"/>
            <ac:spMk id="14" creationId="{B9F479C6-2694-0A5B-0F44-91B904C7EEBE}"/>
          </ac:spMkLst>
        </pc:spChg>
        <pc:spChg chg="add mod">
          <ac:chgData name="SHRIYA SAHU" userId="c67d480973c19972" providerId="LiveId" clId="{C81F6454-8039-445D-BF09-8460AA7A388D}" dt="2026-09-24T15:01:34.114" v="272"/>
          <ac:spMkLst>
            <pc:docMk/>
            <pc:sldMk cId="1763147505" sldId="272"/>
            <ac:spMk id="15" creationId="{EA3638D6-206F-7244-64FE-9C20354D4978}"/>
          </ac:spMkLst>
        </pc:spChg>
        <pc:spChg chg="add del mod">
          <ac:chgData name="SHRIYA SAHU" userId="c67d480973c19972" providerId="LiveId" clId="{C81F6454-8039-445D-BF09-8460AA7A388D}" dt="2026-09-24T15:02:09.569" v="276" actId="478"/>
          <ac:spMkLst>
            <pc:docMk/>
            <pc:sldMk cId="1763147505" sldId="272"/>
            <ac:spMk id="16" creationId="{14C0BAAF-0FF8-BDAF-7942-BE5742F1531A}"/>
          </ac:spMkLst>
        </pc:spChg>
        <pc:spChg chg="add">
          <ac:chgData name="SHRIYA SAHU" userId="c67d480973c19972" providerId="LiveId" clId="{C81F6454-8039-445D-BF09-8460AA7A388D}" dt="2026-09-24T15:02:47.138" v="279"/>
          <ac:spMkLst>
            <pc:docMk/>
            <pc:sldMk cId="1763147505" sldId="272"/>
            <ac:spMk id="17" creationId="{573C6A2D-86C9-1A21-381B-E8AE2902FC1A}"/>
          </ac:spMkLst>
        </pc:spChg>
        <pc:spChg chg="add">
          <ac:chgData name="SHRIYA SAHU" userId="c67d480973c19972" providerId="LiveId" clId="{C81F6454-8039-445D-BF09-8460AA7A388D}" dt="2026-09-24T15:02:58.284" v="283"/>
          <ac:spMkLst>
            <pc:docMk/>
            <pc:sldMk cId="1763147505" sldId="272"/>
            <ac:spMk id="18" creationId="{6CFB239A-0A27-8827-650F-F0D6662D0EDD}"/>
          </ac:spMkLst>
        </pc:spChg>
        <pc:spChg chg="mod">
          <ac:chgData name="SHRIYA SAHU" userId="c67d480973c19972" providerId="LiveId" clId="{C81F6454-8039-445D-BF09-8460AA7A388D}" dt="2026-09-24T15:03:43.580" v="297"/>
          <ac:spMkLst>
            <pc:docMk/>
            <pc:sldMk cId="1763147505" sldId="272"/>
            <ac:spMk id="20" creationId="{579131F4-8A8A-1151-31ED-03BA9FF2FBDE}"/>
          </ac:spMkLst>
        </pc:spChg>
        <pc:picChg chg="del">
          <ac:chgData name="SHRIYA SAHU" userId="c67d480973c19972" providerId="LiveId" clId="{C81F6454-8039-445D-BF09-8460AA7A388D}" dt="2026-09-24T14:57:17.361" v="255" actId="478"/>
          <ac:picMkLst>
            <pc:docMk/>
            <pc:sldMk cId="1763147505" sldId="272"/>
            <ac:picMk id="7" creationId="{E10AFC59-B5D8-7C86-99FF-A816840E61C2}"/>
          </ac:picMkLst>
        </pc:picChg>
        <pc:picChg chg="add del mod">
          <ac:chgData name="SHRIYA SAHU" userId="c67d480973c19972" providerId="LiveId" clId="{C81F6454-8039-445D-BF09-8460AA7A388D}" dt="2026-09-24T14:58:50.868" v="260" actId="478"/>
          <ac:picMkLst>
            <pc:docMk/>
            <pc:sldMk cId="1763147505" sldId="272"/>
            <ac:picMk id="8" creationId="{3EF8C004-4389-D2B7-EA40-06D222C29A5D}"/>
          </ac:picMkLst>
        </pc:picChg>
        <pc:picChg chg="del">
          <ac:chgData name="SHRIYA SAHU" userId="c67d480973c19972" providerId="LiveId" clId="{C81F6454-8039-445D-BF09-8460AA7A388D}" dt="2026-09-24T14:57:19.228" v="256" actId="478"/>
          <ac:picMkLst>
            <pc:docMk/>
            <pc:sldMk cId="1763147505" sldId="272"/>
            <ac:picMk id="9" creationId="{519935B3-59BE-4338-1071-03E32D399666}"/>
          </ac:picMkLst>
        </pc:picChg>
        <pc:picChg chg="add mod">
          <ac:chgData name="SHRIYA SAHU" userId="c67d480973c19972" providerId="LiveId" clId="{C81F6454-8039-445D-BF09-8460AA7A388D}" dt="2026-09-24T14:58:57.291" v="263" actId="14100"/>
          <ac:picMkLst>
            <pc:docMk/>
            <pc:sldMk cId="1763147505" sldId="272"/>
            <ac:picMk id="11" creationId="{6B17E98B-1C48-4063-A86B-FAE2B917A07B}"/>
          </ac:picMkLst>
        </pc:picChg>
        <pc:picChg chg="add mod">
          <ac:chgData name="SHRIYA SAHU" userId="c67d480973c19972" providerId="LiveId" clId="{C81F6454-8039-445D-BF09-8460AA7A388D}" dt="2026-09-24T14:59:37.366" v="267" actId="1076"/>
          <ac:picMkLst>
            <pc:docMk/>
            <pc:sldMk cId="1763147505" sldId="272"/>
            <ac:picMk id="13" creationId="{E08D6C81-0F44-A3FC-E4E7-81FFB43F7DA4}"/>
          </ac:picMkLst>
        </pc:picChg>
      </pc:sldChg>
      <pc:sldChg chg="addSp delSp modSp add mod">
        <pc:chgData name="SHRIYA SAHU" userId="c67d480973c19972" providerId="LiveId" clId="{C81F6454-8039-445D-BF09-8460AA7A388D}" dt="2026-09-24T16:26:30.636" v="316"/>
        <pc:sldMkLst>
          <pc:docMk/>
          <pc:sldMk cId="401415266" sldId="273"/>
        </pc:sldMkLst>
        <pc:spChg chg="mod">
          <ac:chgData name="SHRIYA SAHU" userId="c67d480973c19972" providerId="LiveId" clId="{C81F6454-8039-445D-BF09-8460AA7A388D}" dt="2026-09-24T16:26:30.636" v="316"/>
          <ac:spMkLst>
            <pc:docMk/>
            <pc:sldMk cId="401415266" sldId="273"/>
            <ac:spMk id="4" creationId="{5C6F4F08-4974-B7F0-1B09-C684D17CF145}"/>
          </ac:spMkLst>
        </pc:spChg>
        <pc:spChg chg="mod">
          <ac:chgData name="SHRIYA SAHU" userId="c67d480973c19972" providerId="LiveId" clId="{C81F6454-8039-445D-BF09-8460AA7A388D}" dt="2026-09-24T16:23:52.603" v="302" actId="20577"/>
          <ac:spMkLst>
            <pc:docMk/>
            <pc:sldMk cId="401415266" sldId="273"/>
            <ac:spMk id="6" creationId="{078ABE02-3B6E-49B3-D19E-AE024F9B4E24}"/>
          </ac:spMkLst>
        </pc:spChg>
        <pc:spChg chg="mod">
          <ac:chgData name="SHRIYA SAHU" userId="c67d480973c19972" providerId="LiveId" clId="{C81F6454-8039-445D-BF09-8460AA7A388D}" dt="2026-09-24T16:25:52.754" v="315" actId="20577"/>
          <ac:spMkLst>
            <pc:docMk/>
            <pc:sldMk cId="401415266" sldId="273"/>
            <ac:spMk id="20" creationId="{69935BFB-9477-B9A2-64C4-FDA6FF8BEA00}"/>
          </ac:spMkLst>
        </pc:spChg>
        <pc:picChg chg="add mod">
          <ac:chgData name="SHRIYA SAHU" userId="c67d480973c19972" providerId="LiveId" clId="{C81F6454-8039-445D-BF09-8460AA7A388D}" dt="2026-09-24T16:24:42.029" v="306" actId="14100"/>
          <ac:picMkLst>
            <pc:docMk/>
            <pc:sldMk cId="401415266" sldId="273"/>
            <ac:picMk id="7" creationId="{53316210-2E9B-1266-2DBB-D2C0C3D8C85A}"/>
          </ac:picMkLst>
        </pc:picChg>
        <pc:picChg chg="add mod">
          <ac:chgData name="SHRIYA SAHU" userId="c67d480973c19972" providerId="LiveId" clId="{C81F6454-8039-445D-BF09-8460AA7A388D}" dt="2026-09-24T16:25:20.854" v="313" actId="1076"/>
          <ac:picMkLst>
            <pc:docMk/>
            <pc:sldMk cId="401415266" sldId="273"/>
            <ac:picMk id="9" creationId="{8D4C0F10-092D-5FCF-0876-30261C83409A}"/>
          </ac:picMkLst>
        </pc:picChg>
        <pc:picChg chg="del">
          <ac:chgData name="SHRIYA SAHU" userId="c67d480973c19972" providerId="LiveId" clId="{C81F6454-8039-445D-BF09-8460AA7A388D}" dt="2026-09-24T16:24:35.830" v="303" actId="478"/>
          <ac:picMkLst>
            <pc:docMk/>
            <pc:sldMk cId="401415266" sldId="273"/>
            <ac:picMk id="11" creationId="{5A9000BD-2EAF-E5D9-5074-0EDF21215A2A}"/>
          </ac:picMkLst>
        </pc:picChg>
        <pc:picChg chg="del">
          <ac:chgData name="SHRIYA SAHU" userId="c67d480973c19972" providerId="LiveId" clId="{C81F6454-8039-445D-BF09-8460AA7A388D}" dt="2026-09-24T16:25:05.738" v="307" actId="478"/>
          <ac:picMkLst>
            <pc:docMk/>
            <pc:sldMk cId="401415266" sldId="273"/>
            <ac:picMk id="13" creationId="{C062D2F0-7E5D-463E-A9B4-0A8455A6204D}"/>
          </ac:picMkLst>
        </pc:picChg>
      </pc:sldChg>
      <pc:sldChg chg="addSp delSp modSp add mod">
        <pc:chgData name="SHRIYA SAHU" userId="c67d480973c19972" providerId="LiveId" clId="{C81F6454-8039-445D-BF09-8460AA7A388D}" dt="2026-09-24T16:34:23.697" v="336" actId="5793"/>
        <pc:sldMkLst>
          <pc:docMk/>
          <pc:sldMk cId="1002567611" sldId="274"/>
        </pc:sldMkLst>
        <pc:spChg chg="mod">
          <ac:chgData name="SHRIYA SAHU" userId="c67d480973c19972" providerId="LiveId" clId="{C81F6454-8039-445D-BF09-8460AA7A388D}" dt="2026-09-24T16:30:16.804" v="321"/>
          <ac:spMkLst>
            <pc:docMk/>
            <pc:sldMk cId="1002567611" sldId="274"/>
            <ac:spMk id="4" creationId="{FE19351D-2075-5EF9-2E37-7441FE5554EE}"/>
          </ac:spMkLst>
        </pc:spChg>
        <pc:spChg chg="mod">
          <ac:chgData name="SHRIYA SAHU" userId="c67d480973c19972" providerId="LiveId" clId="{C81F6454-8039-445D-BF09-8460AA7A388D}" dt="2026-09-24T16:29:52.526" v="320"/>
          <ac:spMkLst>
            <pc:docMk/>
            <pc:sldMk cId="1002567611" sldId="274"/>
            <ac:spMk id="6" creationId="{D65FE268-B6C6-B21B-DC9D-9EFC557CE9DE}"/>
          </ac:spMkLst>
        </pc:spChg>
        <pc:spChg chg="mod">
          <ac:chgData name="SHRIYA SAHU" userId="c67d480973c19972" providerId="LiveId" clId="{C81F6454-8039-445D-BF09-8460AA7A388D}" dt="2026-09-24T16:34:23.697" v="336" actId="5793"/>
          <ac:spMkLst>
            <pc:docMk/>
            <pc:sldMk cId="1002567611" sldId="274"/>
            <ac:spMk id="20" creationId="{CFB3E6E6-AB9E-AFAD-5625-74E60CA8AA2B}"/>
          </ac:spMkLst>
        </pc:spChg>
        <pc:picChg chg="del">
          <ac:chgData name="SHRIYA SAHU" userId="c67d480973c19972" providerId="LiveId" clId="{C81F6454-8039-445D-BF09-8460AA7A388D}" dt="2026-09-24T16:26:56.183" v="318" actId="478"/>
          <ac:picMkLst>
            <pc:docMk/>
            <pc:sldMk cId="1002567611" sldId="274"/>
            <ac:picMk id="7" creationId="{9D4650D1-0A2B-FA2F-9079-026AA1FF4F01}"/>
          </ac:picMkLst>
        </pc:picChg>
        <pc:picChg chg="add mod">
          <ac:chgData name="SHRIYA SAHU" userId="c67d480973c19972" providerId="LiveId" clId="{C81F6454-8039-445D-BF09-8460AA7A388D}" dt="2026-09-24T16:31:51.239" v="324" actId="14100"/>
          <ac:picMkLst>
            <pc:docMk/>
            <pc:sldMk cId="1002567611" sldId="274"/>
            <ac:picMk id="8" creationId="{6A8D62A9-E64E-60E5-F649-3C00105EAF50}"/>
          </ac:picMkLst>
        </pc:picChg>
        <pc:picChg chg="del">
          <ac:chgData name="SHRIYA SAHU" userId="c67d480973c19972" providerId="LiveId" clId="{C81F6454-8039-445D-BF09-8460AA7A388D}" dt="2026-09-24T16:26:57.519" v="319" actId="478"/>
          <ac:picMkLst>
            <pc:docMk/>
            <pc:sldMk cId="1002567611" sldId="274"/>
            <ac:picMk id="9" creationId="{B3915F7E-CD91-EC05-C9F5-D4BC72943F70}"/>
          </ac:picMkLst>
        </pc:picChg>
        <pc:picChg chg="add del mod">
          <ac:chgData name="SHRIYA SAHU" userId="c67d480973c19972" providerId="LiveId" clId="{C81F6454-8039-445D-BF09-8460AA7A388D}" dt="2026-09-24T16:33:31.040" v="328" actId="478"/>
          <ac:picMkLst>
            <pc:docMk/>
            <pc:sldMk cId="1002567611" sldId="274"/>
            <ac:picMk id="11" creationId="{7C487ADD-9B27-5819-DDA4-10D1AB56800D}"/>
          </ac:picMkLst>
        </pc:picChg>
        <pc:picChg chg="add mod">
          <ac:chgData name="SHRIYA SAHU" userId="c67d480973c19972" providerId="LiveId" clId="{C81F6454-8039-445D-BF09-8460AA7A388D}" dt="2026-09-24T16:33:43.656" v="332" actId="1076"/>
          <ac:picMkLst>
            <pc:docMk/>
            <pc:sldMk cId="1002567611" sldId="274"/>
            <ac:picMk id="13" creationId="{00E69128-A829-B605-B6B6-87E517EEA8AE}"/>
          </ac:picMkLst>
        </pc:picChg>
      </pc:sldChg>
      <pc:sldChg chg="addSp delSp modSp add mod">
        <pc:chgData name="SHRIYA SAHU" userId="c67d480973c19972" providerId="LiveId" clId="{C81F6454-8039-445D-BF09-8460AA7A388D}" dt="2026-09-24T16:42:47.474" v="364" actId="113"/>
        <pc:sldMkLst>
          <pc:docMk/>
          <pc:sldMk cId="1748441064" sldId="275"/>
        </pc:sldMkLst>
        <pc:spChg chg="mod">
          <ac:chgData name="SHRIYA SAHU" userId="c67d480973c19972" providerId="LiveId" clId="{C81F6454-8039-445D-BF09-8460AA7A388D}" dt="2026-09-24T16:36:27.525" v="341"/>
          <ac:spMkLst>
            <pc:docMk/>
            <pc:sldMk cId="1748441064" sldId="275"/>
            <ac:spMk id="4" creationId="{3C2E48F4-6DAB-093A-2D18-EFE2EE69FC6F}"/>
          </ac:spMkLst>
        </pc:spChg>
        <pc:spChg chg="mod">
          <ac:chgData name="SHRIYA SAHU" userId="c67d480973c19972" providerId="LiveId" clId="{C81F6454-8039-445D-BF09-8460AA7A388D}" dt="2026-09-24T16:38:26.287" v="342"/>
          <ac:spMkLst>
            <pc:docMk/>
            <pc:sldMk cId="1748441064" sldId="275"/>
            <ac:spMk id="6" creationId="{6C3650AD-E52A-FAD6-AE69-C809173B1526}"/>
          </ac:spMkLst>
        </pc:spChg>
        <pc:spChg chg="add">
          <ac:chgData name="SHRIYA SAHU" userId="c67d480973c19972" providerId="LiveId" clId="{C81F6454-8039-445D-BF09-8460AA7A388D}" dt="2026-09-24T16:41:31.491" v="355"/>
          <ac:spMkLst>
            <pc:docMk/>
            <pc:sldMk cId="1748441064" sldId="275"/>
            <ac:spMk id="12" creationId="{DA9607B4-4741-6DD9-726C-3E42FE3298DE}"/>
          </ac:spMkLst>
        </pc:spChg>
        <pc:spChg chg="mod">
          <ac:chgData name="SHRIYA SAHU" userId="c67d480973c19972" providerId="LiveId" clId="{C81F6454-8039-445D-BF09-8460AA7A388D}" dt="2026-09-24T16:42:47.474" v="364" actId="113"/>
          <ac:spMkLst>
            <pc:docMk/>
            <pc:sldMk cId="1748441064" sldId="275"/>
            <ac:spMk id="20" creationId="{B74C4866-52C7-E055-2FCC-9CE70A1AFB8F}"/>
          </ac:spMkLst>
        </pc:spChg>
        <pc:picChg chg="del">
          <ac:chgData name="SHRIYA SAHU" userId="c67d480973c19972" providerId="LiveId" clId="{C81F6454-8039-445D-BF09-8460AA7A388D}" dt="2026-09-24T16:38:49.915" v="343" actId="478"/>
          <ac:picMkLst>
            <pc:docMk/>
            <pc:sldMk cId="1748441064" sldId="275"/>
            <ac:picMk id="7" creationId="{3FDF9E73-CE8C-1937-B811-E59F7D1D2621}"/>
          </ac:picMkLst>
        </pc:picChg>
        <pc:picChg chg="add mod">
          <ac:chgData name="SHRIYA SAHU" userId="c67d480973c19972" providerId="LiveId" clId="{C81F6454-8039-445D-BF09-8460AA7A388D}" dt="2026-09-24T16:38:56.094" v="347" actId="1076"/>
          <ac:picMkLst>
            <pc:docMk/>
            <pc:sldMk cId="1748441064" sldId="275"/>
            <ac:picMk id="8" creationId="{8193B998-7F4A-45EE-18A0-6081272B566E}"/>
          </ac:picMkLst>
        </pc:picChg>
        <pc:picChg chg="del">
          <ac:chgData name="SHRIYA SAHU" userId="c67d480973c19972" providerId="LiveId" clId="{C81F6454-8039-445D-BF09-8460AA7A388D}" dt="2026-09-24T16:39:20.012" v="348" actId="478"/>
          <ac:picMkLst>
            <pc:docMk/>
            <pc:sldMk cId="1748441064" sldId="275"/>
            <ac:picMk id="9" creationId="{12DA1ED6-130A-A1E4-B941-37A17B6F3B30}"/>
          </ac:picMkLst>
        </pc:picChg>
        <pc:picChg chg="add mod">
          <ac:chgData name="SHRIYA SAHU" userId="c67d480973c19972" providerId="LiveId" clId="{C81F6454-8039-445D-BF09-8460AA7A388D}" dt="2026-09-24T16:39:30.853" v="353" actId="14100"/>
          <ac:picMkLst>
            <pc:docMk/>
            <pc:sldMk cId="1748441064" sldId="275"/>
            <ac:picMk id="11" creationId="{B04EB8C6-0134-F3A4-673F-BF0E01CC678B}"/>
          </ac:picMkLst>
        </pc:picChg>
      </pc:sldChg>
      <pc:sldChg chg="addSp delSp modSp add mod">
        <pc:chgData name="SHRIYA SAHU" userId="c67d480973c19972" providerId="LiveId" clId="{C81F6454-8039-445D-BF09-8460AA7A388D}" dt="2026-09-24T16:59:54.541" v="479" actId="255"/>
        <pc:sldMkLst>
          <pc:docMk/>
          <pc:sldMk cId="2736698147" sldId="276"/>
        </pc:sldMkLst>
        <pc:spChg chg="mod">
          <ac:chgData name="SHRIYA SAHU" userId="c67d480973c19972" providerId="LiveId" clId="{C81F6454-8039-445D-BF09-8460AA7A388D}" dt="2026-09-24T16:54:04.248" v="417"/>
          <ac:spMkLst>
            <pc:docMk/>
            <pc:sldMk cId="2736698147" sldId="276"/>
            <ac:spMk id="4" creationId="{1CE3C833-97D7-2C5A-3D70-C50652DE378D}"/>
          </ac:spMkLst>
        </pc:spChg>
        <pc:spChg chg="add">
          <ac:chgData name="SHRIYA SAHU" userId="c67d480973c19972" providerId="LiveId" clId="{C81F6454-8039-445D-BF09-8460AA7A388D}" dt="2026-09-24T16:55:03.476" v="418"/>
          <ac:spMkLst>
            <pc:docMk/>
            <pc:sldMk cId="2736698147" sldId="276"/>
            <ac:spMk id="5" creationId="{CF0CA8AF-2690-513D-AB09-057299BBCE75}"/>
          </ac:spMkLst>
        </pc:spChg>
        <pc:spChg chg="add mod">
          <ac:chgData name="SHRIYA SAHU" userId="c67d480973c19972" providerId="LiveId" clId="{C81F6454-8039-445D-BF09-8460AA7A388D}" dt="2026-09-24T16:55:18.821" v="429" actId="20578"/>
          <ac:spMkLst>
            <pc:docMk/>
            <pc:sldMk cId="2736698147" sldId="276"/>
            <ac:spMk id="6" creationId="{06EF3862-D5DB-B660-CCF0-596D25EC4811}"/>
          </ac:spMkLst>
        </pc:spChg>
        <pc:spChg chg="add del">
          <ac:chgData name="SHRIYA SAHU" userId="c67d480973c19972" providerId="LiveId" clId="{C81F6454-8039-445D-BF09-8460AA7A388D}" dt="2026-09-24T16:55:17.355" v="425" actId="22"/>
          <ac:spMkLst>
            <pc:docMk/>
            <pc:sldMk cId="2736698147" sldId="276"/>
            <ac:spMk id="8" creationId="{8D66B9B6-9277-E23E-1EA8-9C5DBC71A0AE}"/>
          </ac:spMkLst>
        </pc:spChg>
        <pc:spChg chg="add mod">
          <ac:chgData name="SHRIYA SAHU" userId="c67d480973c19972" providerId="LiveId" clId="{C81F6454-8039-445D-BF09-8460AA7A388D}" dt="2026-09-24T16:56:02.241" v="433" actId="15"/>
          <ac:spMkLst>
            <pc:docMk/>
            <pc:sldMk cId="2736698147" sldId="276"/>
            <ac:spMk id="9" creationId="{5A68D43B-6867-564F-1A00-CB1D0FCA94B1}"/>
          </ac:spMkLst>
        </pc:spChg>
        <pc:spChg chg="add del mod">
          <ac:chgData name="SHRIYA SAHU" userId="c67d480973c19972" providerId="LiveId" clId="{C81F6454-8039-445D-BF09-8460AA7A388D}" dt="2026-09-24T16:59:54.541" v="479" actId="255"/>
          <ac:spMkLst>
            <pc:docMk/>
            <pc:sldMk cId="2736698147" sldId="276"/>
            <ac:spMk id="13" creationId="{D6C29931-71B8-0602-5E90-0DE12E826103}"/>
          </ac:spMkLst>
        </pc:spChg>
      </pc:sldChg>
      <pc:sldChg chg="add del">
        <pc:chgData name="SHRIYA SAHU" userId="c67d480973c19972" providerId="LiveId" clId="{C81F6454-8039-445D-BF09-8460AA7A388D}" dt="2026-09-24T16:53:26.223" v="415" actId="47"/>
        <pc:sldMkLst>
          <pc:docMk/>
          <pc:sldMk cId="4042455193" sldId="276"/>
        </pc:sldMkLst>
      </pc:sldChg>
      <pc:sldChg chg="addSp delSp modSp add mod ord">
        <pc:chgData name="SHRIYA SAHU" userId="c67d480973c19972" providerId="LiveId" clId="{C81F6454-8039-445D-BF09-8460AA7A388D}" dt="2026-09-24T17:10:32.331" v="579" actId="478"/>
        <pc:sldMkLst>
          <pc:docMk/>
          <pc:sldMk cId="2155663752" sldId="277"/>
        </pc:sldMkLst>
        <pc:spChg chg="del">
          <ac:chgData name="SHRIYA SAHU" userId="c67d480973c19972" providerId="LiveId" clId="{C81F6454-8039-445D-BF09-8460AA7A388D}" dt="2026-09-24T17:09:41.074" v="566" actId="478"/>
          <ac:spMkLst>
            <pc:docMk/>
            <pc:sldMk cId="2155663752" sldId="277"/>
            <ac:spMk id="4" creationId="{2C16BF5E-E3BD-6925-B528-5FDF030DC25A}"/>
          </ac:spMkLst>
        </pc:spChg>
        <pc:spChg chg="add mod">
          <ac:chgData name="SHRIYA SAHU" userId="c67d480973c19972" providerId="LiveId" clId="{C81F6454-8039-445D-BF09-8460AA7A388D}" dt="2026-09-24T17:10:21.627" v="576" actId="20577"/>
          <ac:spMkLst>
            <pc:docMk/>
            <pc:sldMk cId="2155663752" sldId="277"/>
            <ac:spMk id="6" creationId="{94A3B622-11FA-55A5-6E7B-16B314BA87D9}"/>
          </ac:spMkLst>
        </pc:spChg>
        <pc:spChg chg="del">
          <ac:chgData name="SHRIYA SAHU" userId="c67d480973c19972" providerId="LiveId" clId="{C81F6454-8039-445D-BF09-8460AA7A388D}" dt="2026-09-24T17:09:43.865" v="567" actId="478"/>
          <ac:spMkLst>
            <pc:docMk/>
            <pc:sldMk cId="2155663752" sldId="277"/>
            <ac:spMk id="13" creationId="{A8121D9E-3C3D-284E-6F56-32876330DD23}"/>
          </ac:spMkLst>
        </pc:spChg>
        <pc:spChg chg="del">
          <ac:chgData name="SHRIYA SAHU" userId="c67d480973c19972" providerId="LiveId" clId="{C81F6454-8039-445D-BF09-8460AA7A388D}" dt="2026-09-24T17:10:26.840" v="577" actId="478"/>
          <ac:spMkLst>
            <pc:docMk/>
            <pc:sldMk cId="2155663752" sldId="277"/>
            <ac:spMk id="24" creationId="{E12FC64C-6D4F-FD2F-A547-5D59CDD535EC}"/>
          </ac:spMkLst>
        </pc:spChg>
        <pc:spChg chg="del">
          <ac:chgData name="SHRIYA SAHU" userId="c67d480973c19972" providerId="LiveId" clId="{C81F6454-8039-445D-BF09-8460AA7A388D}" dt="2026-09-24T17:10:28.412" v="578" actId="478"/>
          <ac:spMkLst>
            <pc:docMk/>
            <pc:sldMk cId="2155663752" sldId="277"/>
            <ac:spMk id="25" creationId="{561D977E-95E9-4B47-F02D-7B751E66340E}"/>
          </ac:spMkLst>
        </pc:spChg>
        <pc:spChg chg="del">
          <ac:chgData name="SHRIYA SAHU" userId="c67d480973c19972" providerId="LiveId" clId="{C81F6454-8039-445D-BF09-8460AA7A388D}" dt="2026-09-24T17:10:32.331" v="579" actId="478"/>
          <ac:spMkLst>
            <pc:docMk/>
            <pc:sldMk cId="2155663752" sldId="277"/>
            <ac:spMk id="26" creationId="{725380AB-CAEF-FA39-A3EC-308738222A06}"/>
          </ac:spMkLst>
        </pc:spChg>
        <pc:picChg chg="add mod">
          <ac:chgData name="SHRIYA SAHU" userId="c67d480973c19972" providerId="LiveId" clId="{C81F6454-8039-445D-BF09-8460AA7A388D}" dt="2026-09-24T17:09:50.996" v="569" actId="1076"/>
          <ac:picMkLst>
            <pc:docMk/>
            <pc:sldMk cId="2155663752" sldId="277"/>
            <ac:picMk id="5122" creationId="{E2ECA153-1B2C-3217-5835-34CA76DC96E5}"/>
          </ac:picMkLst>
        </pc:picChg>
      </pc:sldChg>
      <pc:sldChg chg="add del">
        <pc:chgData name="SHRIYA SAHU" userId="c67d480973c19972" providerId="LiveId" clId="{C81F6454-8039-445D-BF09-8460AA7A388D}" dt="2026-09-24T17:05:54.416" v="543" actId="47"/>
        <pc:sldMkLst>
          <pc:docMk/>
          <pc:sldMk cId="251770824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mp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17407" y="5375868"/>
            <a:ext cx="46579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323"/>
                </a:solidFill>
                <a:latin typeface="Aptos"/>
              </a:defRPr>
            </a:pPr>
            <a:r>
              <a:rPr dirty="0"/>
              <a:t>Pre</a:t>
            </a:r>
            <a:r>
              <a:rPr lang="en-GB" dirty="0" err="1"/>
              <a:t>sented</a:t>
            </a:r>
            <a:r>
              <a:rPr lang="en-GB" dirty="0"/>
              <a:t> </a:t>
            </a:r>
            <a:r>
              <a:rPr dirty="0"/>
              <a:t> by </a:t>
            </a:r>
            <a:r>
              <a:rPr lang="en-GB" dirty="0"/>
              <a:t>-</a:t>
            </a:r>
          </a:p>
          <a:p>
            <a:pPr algn="ctr">
              <a:defRPr sz="1800" b="1">
                <a:solidFill>
                  <a:srgbClr val="DC2323"/>
                </a:solidFill>
                <a:latin typeface="Aptos"/>
              </a:defRPr>
            </a:pPr>
            <a:r>
              <a:rPr dirty="0"/>
              <a:t>Shriya Sahu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t>About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1414"/>
                </a:solidFill>
                <a:latin typeface="Georgia"/>
              </a:defRPr>
            </a:pPr>
            <a:r>
              <a:rPr dirty="0"/>
              <a:t>Shriya Sahu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44475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ptos"/>
              </a:defRPr>
            </a:pPr>
            <a:r>
              <a:t>Recent B.Tech graduate • Electronics &amp; Telecommunication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7315200" cy="4526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Graduated from IIIT Bhubaneswar with an ETC background.</a:t>
            </a:r>
            <a:endParaRPr lang="en-GB"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Building practical skills in Python, SQL, Excel, Data Analysis and Machine Learning.</a:t>
            </a:r>
            <a:endParaRPr lang="en-GB"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Interested in using data to understand business problems and convert raw data into useful insights.</a:t>
            </a:r>
            <a:endParaRPr lang="en-GB"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dirty="0"/>
              <a:t>• This project demonstrates my work with relational databases, SQL joins, aggregation, business questions and insight generation.</a:t>
            </a:r>
            <a:endParaRPr lang="en-GB"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lang="en-IN" dirty="0"/>
          </a:p>
          <a:p>
            <a:pPr>
              <a:lnSpc>
                <a:spcPct val="105000"/>
              </a:lnSpc>
              <a:spcAft>
                <a:spcPts val="400"/>
              </a:spcAft>
              <a:defRPr sz="1600">
                <a:solidFill>
                  <a:srgbClr val="141414"/>
                </a:solidFill>
                <a:latin typeface="Aptos"/>
              </a:defRPr>
            </a:pPr>
            <a:endParaRPr lang="en-GB" dirty="0"/>
          </a:p>
          <a:p>
            <a:pPr marL="285750" indent="-2857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 </a:t>
            </a:r>
            <a:r>
              <a:rPr lang="en-GB" dirty="0" err="1"/>
              <a:t>Linkedin</a:t>
            </a:r>
            <a:r>
              <a:rPr lang="en-GB" dirty="0"/>
              <a:t>: https://www.linkedin.com/in/shriya-sahu-7586681b4/</a:t>
            </a:r>
          </a:p>
          <a:p>
            <a:pPr marL="285750" indent="-2857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 GitHub: https://github.com/Shriyasahu2804</a:t>
            </a:r>
          </a:p>
          <a:p>
            <a:pPr marL="285750" indent="-285750">
              <a:lnSpc>
                <a:spcPct val="105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ptos"/>
              </a:defRPr>
            </a:pP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971800" cy="1143000"/>
          </a:xfrm>
          <a:prstGeom prst="roundRect">
            <a:avLst/>
          </a:prstGeom>
          <a:solidFill>
            <a:srgbClr val="FCEBEB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13064" y="1252728"/>
            <a:ext cx="2679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323"/>
                </a:solidFill>
                <a:latin typeface="Aptos"/>
              </a:defRPr>
            </a:pPr>
            <a:r>
              <a:t>Core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3064" y="1600200"/>
            <a:ext cx="26791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Aptos"/>
              </a:defRPr>
            </a:pPr>
            <a:r>
              <a:rPr dirty="0"/>
              <a:t>MySQL • Python • Excel</a:t>
            </a:r>
            <a:br>
              <a:rPr dirty="0"/>
            </a:br>
            <a:r>
              <a:rPr dirty="0"/>
              <a:t>Data Analysis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989411"/>
            <a:ext cx="2971800" cy="132588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049" y="4011589"/>
            <a:ext cx="2679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323"/>
                </a:solidFill>
                <a:latin typeface="Aptos"/>
              </a:defRPr>
            </a:pPr>
            <a:r>
              <a:rPr dirty="0"/>
              <a:t>Project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049" y="4430268"/>
            <a:ext cx="2679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1414"/>
                </a:solidFill>
                <a:latin typeface="Aptos"/>
              </a:defRPr>
            </a:pPr>
            <a:r>
              <a:rPr dirty="0"/>
              <a:t>Data Analyst perspective</a:t>
            </a:r>
            <a:br>
              <a:rPr dirty="0"/>
            </a:br>
            <a:r>
              <a:rPr dirty="0"/>
              <a:t>Business question → SQL → insight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rallelogram 18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2020308-333B-9768-F7F1-DC1D90C49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557" y="6288445"/>
            <a:ext cx="2941675" cy="4807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6E36FA4-B368-A1E2-899B-6F16E1A62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557" y="6249444"/>
            <a:ext cx="2941675" cy="4807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583680" cy="4367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Project Overview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Business Scenario &amp; Objectives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Data Sets &amp; Database Overview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ER Structure &amp; Analytical Flow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Booking demand Analysis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Guest booking behaviour 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Stay performance 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Staff &amp; room performance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Booking &amp; stay problems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Key Insights &amp; Findings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lang="en-GB" dirty="0"/>
              <a:t>Challenges Faced in the Project</a:t>
            </a:r>
            <a:endParaRPr dirty="0"/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dirty="0"/>
              <a:t>• Conclusion</a:t>
            </a:r>
            <a:r>
              <a:rPr lang="en-GB" dirty="0"/>
              <a:t> and </a:t>
            </a:r>
            <a:r>
              <a:rPr lang="en-IN" dirty="0"/>
              <a:t>Recommendations</a:t>
            </a:r>
            <a:endParaRPr dirty="0"/>
          </a:p>
        </p:txBody>
      </p:sp>
      <p:sp>
        <p:nvSpPr>
          <p:cNvPr id="16" name="Parallelogram 15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rallelogram 16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46BB06D-2CD3-DFEA-DC79-371CF5251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667" y="6276437"/>
            <a:ext cx="2864820" cy="4681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BF93B-4CDF-E9A5-EC2E-EE2DD9E6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727FF1-0A72-5DD4-6394-B71BDCDA07B0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14169-3BF1-2FAB-73E0-178EB74867AB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53FC5-43FB-0B16-470A-76EA376018A1}"/>
              </a:ext>
            </a:extLst>
          </p:cNvPr>
          <p:cNvSpPr txBox="1"/>
          <p:nvPr/>
        </p:nvSpPr>
        <p:spPr>
          <a:xfrm>
            <a:off x="411480" y="201168"/>
            <a:ext cx="286290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Project overview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8FF9AC-9AB8-CBA0-DFA3-BC225ADE4A26}"/>
              </a:ext>
            </a:extLst>
          </p:cNvPr>
          <p:cNvSpPr txBox="1"/>
          <p:nvPr/>
        </p:nvSpPr>
        <p:spPr>
          <a:xfrm>
            <a:off x="502920" y="934591"/>
            <a:ext cx="104899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Aptos" panose="020B0004020202020204" pitchFamily="34" charset="0"/>
              </a:rPr>
              <a:t>Project Purpose</a:t>
            </a:r>
            <a:endParaRPr lang="en-GB" sz="2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Aptos" panose="020B0004020202020204" pitchFamily="34" charset="0"/>
              </a:rPr>
              <a:t>Analyze</a:t>
            </a:r>
            <a:r>
              <a:rPr lang="en-GB" sz="2000" dirty="0">
                <a:latin typeface="Aptos" panose="020B0004020202020204" pitchFamily="34" charset="0"/>
              </a:rPr>
              <a:t> hotel reservation data using </a:t>
            </a:r>
            <a:r>
              <a:rPr lang="en-GB" sz="2000" b="1" dirty="0">
                <a:latin typeface="Aptos" panose="020B0004020202020204" pitchFamily="34" charset="0"/>
              </a:rPr>
              <a:t>SQL</a:t>
            </a:r>
            <a:r>
              <a:rPr lang="en-GB" sz="2000" dirty="0">
                <a:latin typeface="Aptos" panose="020B00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Convert raw database records into </a:t>
            </a:r>
            <a:r>
              <a:rPr lang="en-GB" sz="2000" b="1" dirty="0">
                <a:latin typeface="Aptos" panose="020B0004020202020204" pitchFamily="34" charset="0"/>
              </a:rPr>
              <a:t>meaningful business insights</a:t>
            </a:r>
            <a:r>
              <a:rPr lang="en-GB" sz="2000" dirty="0">
                <a:latin typeface="Aptos" panose="020B00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Understand patterns in </a:t>
            </a:r>
            <a:r>
              <a:rPr lang="en-GB" sz="2000" b="1" dirty="0">
                <a:latin typeface="Aptos" panose="020B0004020202020204" pitchFamily="34" charset="0"/>
              </a:rPr>
              <a:t>bookings, guests, stays and hotel operations</a:t>
            </a:r>
            <a:r>
              <a:rPr lang="en-GB" sz="2000" dirty="0">
                <a:latin typeface="Aptos" panose="020B00040202020202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Use data to identify areas for </a:t>
            </a:r>
            <a:r>
              <a:rPr lang="en-GB" sz="2000" b="1" dirty="0">
                <a:latin typeface="Aptos" panose="020B0004020202020204" pitchFamily="34" charset="0"/>
              </a:rPr>
              <a:t>better operational monitoring and planning</a:t>
            </a:r>
            <a:r>
              <a:rPr lang="en-GB" sz="2000" dirty="0">
                <a:latin typeface="Aptos" panose="020B0004020202020204" pitchFamily="34" charset="0"/>
              </a:rPr>
              <a:t>.</a:t>
            </a:r>
          </a:p>
          <a:p>
            <a:r>
              <a:rPr lang="en-GB" sz="2000" dirty="0">
                <a:latin typeface="Aptos" panose="020B0004020202020204" pitchFamily="34" charset="0"/>
              </a:rPr>
              <a:t> </a:t>
            </a:r>
          </a:p>
          <a:p>
            <a:endParaRPr lang="en-GB" sz="2000" dirty="0">
              <a:latin typeface="Aptos" panose="020B0004020202020204" pitchFamily="34" charset="0"/>
            </a:endParaRPr>
          </a:p>
          <a:p>
            <a:endParaRPr lang="en-GB" sz="2000" dirty="0">
              <a:latin typeface="Aptos" panose="020B0004020202020204" pitchFamily="34" charset="0"/>
            </a:endParaRPr>
          </a:p>
          <a:p>
            <a:r>
              <a:rPr lang="en-GB" sz="2000" b="1" dirty="0">
                <a:latin typeface="Aptos" panose="020B0004020202020204" pitchFamily="34" charset="0"/>
              </a:rPr>
              <a:t>Database Coverage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Guests – customer information and loyalty details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Hotels – hotel and location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Rooms – room types, capacity and pricing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Bookings – reservations, channels, nights and booking amount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Stays – stay outcomes, duration and service requests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Staff – employees handling hotel stays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D0D41B03-F0CA-62A9-E5E8-4B50FF998333}"/>
              </a:ext>
            </a:extLst>
          </p:cNvPr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7EC90E3-5A0A-15CA-555E-9B0274804E78}"/>
              </a:ext>
            </a:extLst>
          </p:cNvPr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EACA54-9792-9806-16D3-A26D44EBE12E}"/>
              </a:ext>
            </a:extLst>
          </p:cNvPr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9731B1-10A6-27F5-4D77-14792682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929" y="6303224"/>
            <a:ext cx="2859272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7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5156989" cy="5153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41414"/>
                </a:solidFill>
                <a:latin typeface="Aptos"/>
              </a:defRPr>
            </a:pPr>
            <a:r>
              <a:rPr lang="en-IN" sz="2700" b="1" dirty="0">
                <a:solidFill>
                  <a:srgbClr val="FF0000"/>
                </a:solidFill>
              </a:rPr>
              <a:t>Business Scenario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303" y="600850"/>
            <a:ext cx="10540721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Business Scenario</a:t>
            </a:r>
          </a:p>
          <a:p>
            <a:r>
              <a:rPr lang="en-GB" sz="1600" dirty="0" err="1"/>
              <a:t>StayPoint</a:t>
            </a:r>
            <a:r>
              <a:rPr lang="en-GB" sz="1600" dirty="0"/>
              <a:t> Hospitality operates multiple hotels and manages </a:t>
            </a:r>
            <a:r>
              <a:rPr lang="en-GB" sz="1600" b="1" dirty="0"/>
              <a:t>guests, rooms, bookings, stays and staff</a:t>
            </a:r>
            <a:r>
              <a:rPr lang="en-GB" sz="1600" dirty="0"/>
              <a:t>. The business has reservation data that can be </a:t>
            </a:r>
            <a:r>
              <a:rPr lang="en-GB" sz="1600" dirty="0" err="1"/>
              <a:t>analyzed</a:t>
            </a:r>
            <a:r>
              <a:rPr lang="en-GB" sz="1600" dirty="0"/>
              <a:t> to understand </a:t>
            </a:r>
            <a:r>
              <a:rPr lang="en-GB" sz="1600" b="1" dirty="0"/>
              <a:t>customer demand and operational performance</a:t>
            </a:r>
            <a:r>
              <a:rPr lang="en-GB" sz="1600" dirty="0"/>
              <a:t>.</a:t>
            </a:r>
          </a:p>
          <a:p>
            <a:r>
              <a:rPr lang="en-GB" sz="1600" dirty="0"/>
              <a:t>The analysis helps answer: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Where is booking demand highest?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Which channels contribute the most?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How do guests use the reservation service?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What happens after a booking? 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Where do cancellations and no-shows occur? </a:t>
            </a:r>
          </a:p>
          <a:p>
            <a:endParaRPr lang="en-GB" sz="1600" dirty="0"/>
          </a:p>
          <a:p>
            <a:r>
              <a:rPr lang="en-GB" b="1" dirty="0"/>
              <a:t>Business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>
                <a:latin typeface="Aptos" panose="020B0004020202020204" pitchFamily="34" charset="0"/>
              </a:rPr>
              <a:t>Analyze</a:t>
            </a:r>
            <a:r>
              <a:rPr lang="en-GB" sz="1600" dirty="0">
                <a:latin typeface="Aptos" panose="020B0004020202020204" pitchFamily="34" charset="0"/>
              </a:rPr>
              <a:t> Booking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Understand Guest Behaviour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Evaluate Stay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>
                <a:latin typeface="Aptos" panose="020B0004020202020204" pitchFamily="34" charset="0"/>
              </a:rPr>
              <a:t>Analyze</a:t>
            </a:r>
            <a:r>
              <a:rPr lang="en-GB" sz="1600" dirty="0">
                <a:latin typeface="Aptos" panose="020B0004020202020204" pitchFamily="34" charset="0"/>
              </a:rPr>
              <a:t> Staff &amp; Room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Aptos" panose="020B0004020202020204" pitchFamily="34" charset="0"/>
              </a:rPr>
              <a:t>Identify Booking &amp; Stay Problems</a:t>
            </a:r>
            <a:br>
              <a:rPr lang="en-GB" dirty="0">
                <a:latin typeface="Aptos" panose="020B0004020202020204" pitchFamily="34" charset="0"/>
              </a:rPr>
            </a:b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4" name="Parallelogram 13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arallelogram 14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75FC4F6-F04C-ABA6-7456-7E26C8D7E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18" y="4827861"/>
            <a:ext cx="9811208" cy="13107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EDC9BA-9CB4-3EF0-546F-B0EAF991B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929" y="6303224"/>
            <a:ext cx="2859272" cy="463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t>Data sets &amp; database 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960120"/>
          <a:ext cx="6583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 marL="54864" marR="54864" marT="27432" marB="27432" anchor="ctr">
                    <a:solidFill>
                      <a:srgbClr val="D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</a:t>
                      </a:r>
                    </a:p>
                  </a:txBody>
                  <a:tcPr marL="54864" marR="54864" marT="27432" marB="27432" anchor="ctr">
                    <a:solidFill>
                      <a:srgbClr val="DC23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purpose</a:t>
                      </a:r>
                    </a:p>
                  </a:txBody>
                  <a:tcPr marL="54864" marR="54864" marT="27432" marB="27432" anchor="ctr">
                    <a:solidFill>
                      <a:srgbClr val="DC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guests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350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Guest profile, type, loyalty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hotels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Property, city, rating, rooms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rooms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600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Room type, capacity,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bookings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2,800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Reservation, channel, nights, amount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stays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3,200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Outcome, duration, requests,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rPr dirty="0"/>
                        <a:t>Staff profile, rating, department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005840"/>
            <a:ext cx="3749039" cy="1097280"/>
          </a:xfrm>
          <a:prstGeom prst="roundRect">
            <a:avLst/>
          </a:prstGeom>
          <a:solidFill>
            <a:srgbClr val="FCEBEB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90104" y="111556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323"/>
                </a:solidFill>
                <a:latin typeface="Aptos"/>
              </a:defRPr>
            </a:pPr>
            <a:r>
              <a:rPr lang="en-GB" dirty="0"/>
              <a:t>Database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690104" y="1463040"/>
            <a:ext cx="3456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rPr dirty="0"/>
              <a:t>Total booking amount: ₹45,823,178.73</a:t>
            </a:r>
            <a:br>
              <a:rPr dirty="0"/>
            </a:br>
            <a:r>
              <a:rPr dirty="0"/>
              <a:t>Average nights booked: 3.32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331720"/>
            <a:ext cx="3749039" cy="1234440"/>
          </a:xfrm>
          <a:prstGeom prst="roundRect">
            <a:avLst/>
          </a:prstGeom>
          <a:solidFill>
            <a:srgbClr val="F8F8F8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90104" y="244144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323"/>
                </a:solidFill>
                <a:latin typeface="Aptos"/>
              </a:defRPr>
            </a:pPr>
            <a:r>
              <a:t>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0104" y="2788920"/>
            <a:ext cx="3456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t>5 booking channels</a:t>
            </a:r>
            <a:br/>
            <a:r>
              <a:t>4 room types</a:t>
            </a:r>
            <a:br/>
            <a:r>
              <a:t>4 stay statuses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794760"/>
            <a:ext cx="3749039" cy="1325880"/>
          </a:xfrm>
          <a:prstGeom prst="roundRect">
            <a:avLst/>
          </a:prstGeom>
          <a:solidFill>
            <a:srgbClr val="FCEBEB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90104" y="3904488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323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0104" y="4251960"/>
            <a:ext cx="34564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41414"/>
                </a:solidFill>
                <a:latin typeface="Aptos"/>
              </a:defRPr>
            </a:pPr>
            <a:r>
              <a:rPr dirty="0"/>
              <a:t>Bookings connect guests + hotels.</a:t>
            </a:r>
            <a:br>
              <a:rPr dirty="0"/>
            </a:br>
            <a:r>
              <a:rPr dirty="0"/>
              <a:t>Stays connect bookings + rooms + staff.</a:t>
            </a:r>
          </a:p>
        </p:txBody>
      </p:sp>
      <p:sp>
        <p:nvSpPr>
          <p:cNvPr id="16" name="Parallelogram 15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Parallelogram 16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2F4EC45-4633-7F1F-F2C6-15821830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977" y="6205708"/>
            <a:ext cx="2859272" cy="463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81067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t>ER </a:t>
            </a:r>
            <a:r>
              <a:rPr dirty="0"/>
              <a:t>structure &amp; analytical flow</a:t>
            </a:r>
          </a:p>
        </p:txBody>
      </p:sp>
      <p:sp>
        <p:nvSpPr>
          <p:cNvPr id="30" name="Parallelogram 29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arallelogram 30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927FF4D-9EC6-D5CF-C7B1-75AFC6254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0788" y="6364224"/>
            <a:ext cx="2859272" cy="46333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76D6ADC-1B3F-370F-7749-CB04CF69D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087" y="841247"/>
            <a:ext cx="9525825" cy="5529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428707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 Booking demand</a:t>
            </a:r>
            <a:r>
              <a:rPr lang="en-GB" dirty="0"/>
              <a:t> Analysis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Q. Which hotels receive the highest number of bookings?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323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166360"/>
            <a:ext cx="10744200" cy="1003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StayPoint</a:t>
            </a:r>
            <a:r>
              <a:rPr dirty="0"/>
              <a:t> Kolkata Residency leads booking volume with 129 bookings.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dirty="0"/>
              <a:t>• Website is the largest revenue channel at ₹15,298,855.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dirty="0"/>
              <a:t>• Standard is the most requested room type with 1259 requests.</a:t>
            </a:r>
            <a:endParaRPr lang="en-GB" dirty="0"/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Parallelogram 20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rallelogram 21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44017D0-DFA3-1BE6-35EE-985C8472F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664" y="6311872"/>
            <a:ext cx="2859272" cy="4633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8A23DD-E2B5-EFDE-A625-04898650A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69469"/>
            <a:ext cx="4817984" cy="23088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3FBB01-0253-E724-0C68-1CC4D2913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399" y="1530465"/>
            <a:ext cx="3939881" cy="2489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221F8-6F9D-1083-B9DB-16375452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8DBD1E-454F-FF79-50F3-113F92F4217F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CC9E1-0FFB-5612-2BC2-E445928F959C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02340-0AC4-D7B2-8B23-20419C4C1AAA}"/>
              </a:ext>
            </a:extLst>
          </p:cNvPr>
          <p:cNvSpPr txBox="1"/>
          <p:nvPr/>
        </p:nvSpPr>
        <p:spPr>
          <a:xfrm>
            <a:off x="411480" y="201168"/>
            <a:ext cx="428707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 Booking demand</a:t>
            </a:r>
            <a:r>
              <a:rPr lang="en-GB" dirty="0"/>
              <a:t> Analysis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E9398-621B-2647-05DC-B2F40E06F414}"/>
              </a:ext>
            </a:extLst>
          </p:cNvPr>
          <p:cNvSpPr txBox="1"/>
          <p:nvPr/>
        </p:nvSpPr>
        <p:spPr>
          <a:xfrm>
            <a:off x="594360" y="841248"/>
            <a:ext cx="10789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Q. Which booking channels contribute the most business and longer stay duration?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780F9B-AA4B-BC55-8603-C0DEFC189FB9}"/>
              </a:ext>
            </a:extLst>
          </p:cNvPr>
          <p:cNvSpPr txBox="1"/>
          <p:nvPr/>
        </p:nvSpPr>
        <p:spPr>
          <a:xfrm>
            <a:off x="5943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323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6F3A63-064C-C464-E8EB-AB0EE32B01A4}"/>
              </a:ext>
            </a:extLst>
          </p:cNvPr>
          <p:cNvSpPr txBox="1"/>
          <p:nvPr/>
        </p:nvSpPr>
        <p:spPr>
          <a:xfrm>
            <a:off x="658368" y="5166360"/>
            <a:ext cx="107442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Website contributes the highest booking amount: ₹15,298,855.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Website has 984 bookings.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Average nights shows whether a channel is associated with shorter or longer reservations</a:t>
            </a:r>
            <a:endParaRPr dirty="0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A675B977-CD4B-4B21-F831-F7EB61F3C5B8}"/>
              </a:ext>
            </a:extLst>
          </p:cNvPr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2C2A034F-5F7A-3E06-470E-6BC429090274}"/>
              </a:ext>
            </a:extLst>
          </p:cNvPr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473C4D-51C9-E556-8150-817967122741}"/>
              </a:ext>
            </a:extLst>
          </p:cNvPr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AEEBFCC-0ECE-EC88-3D1E-5F6B1DFB4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664" y="6311872"/>
            <a:ext cx="2859272" cy="463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0C37DE-FD5C-2A8E-DE08-0CA6FF7BF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6556"/>
            <a:ext cx="5068759" cy="2206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C50DF4-D670-D813-E4AE-2E0D4CA66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390" y="2182763"/>
            <a:ext cx="4092295" cy="163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00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48C95-E13F-7177-A56A-9B86FC08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49AB72-825C-307C-1EDB-17CB87DBE502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350985-FC84-8D6C-95C2-237BB9373891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8ED5C-5C17-5E34-2631-225AC4A1A96A}"/>
              </a:ext>
            </a:extLst>
          </p:cNvPr>
          <p:cNvSpPr txBox="1"/>
          <p:nvPr/>
        </p:nvSpPr>
        <p:spPr>
          <a:xfrm>
            <a:off x="411480" y="201168"/>
            <a:ext cx="428707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Guest booking behaviour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8B35B-8680-51DF-3652-871DDE912EA9}"/>
              </a:ext>
            </a:extLst>
          </p:cNvPr>
          <p:cNvSpPr txBox="1"/>
          <p:nvPr/>
        </p:nvSpPr>
        <p:spPr>
          <a:xfrm>
            <a:off x="594360" y="841248"/>
            <a:ext cx="10789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Q. </a:t>
            </a:r>
            <a:r>
              <a:rPr lang="en-GB" sz="2100" b="1" dirty="0"/>
              <a:t>Which guests have the highest booking frequency and total spending?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E872D-6B26-DDA4-3192-629A6971FFC8}"/>
              </a:ext>
            </a:extLst>
          </p:cNvPr>
          <p:cNvSpPr txBox="1"/>
          <p:nvPr/>
        </p:nvSpPr>
        <p:spPr>
          <a:xfrm>
            <a:off x="5943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323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131F4-8A8A-1151-31ED-03BA9FF2FBDE}"/>
              </a:ext>
            </a:extLst>
          </p:cNvPr>
          <p:cNvSpPr txBox="1"/>
          <p:nvPr/>
        </p:nvSpPr>
        <p:spPr>
          <a:xfrm>
            <a:off x="658368" y="5166360"/>
            <a:ext cx="107442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     </a:t>
            </a:r>
            <a:r>
              <a:rPr lang="en-GB" sz="1300" b="1" dirty="0"/>
              <a:t>Gwendolyn Klein</a:t>
            </a:r>
            <a:r>
              <a:rPr lang="en-GB" sz="1300" dirty="0"/>
              <a:t> has the highest booking frequency with </a:t>
            </a:r>
            <a:r>
              <a:rPr lang="en-GB" sz="1300" b="1" dirty="0"/>
              <a:t>64 bookings</a:t>
            </a:r>
            <a:r>
              <a:rPr lang="en-GB" sz="1300" dirty="0"/>
              <a:t> and total spending of </a:t>
            </a:r>
            <a:r>
              <a:rPr lang="en-GB" sz="1300" b="1" dirty="0"/>
              <a:t>₹11.96 lakh</a:t>
            </a:r>
            <a:r>
              <a:rPr lang="en-GB" sz="1300" dirty="0"/>
              <a:t>.</a:t>
            </a:r>
          </a:p>
          <a:p>
            <a:pPr marL="285750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sz="1300" b="1" dirty="0"/>
              <a:t>Davis-Lewis</a:t>
            </a:r>
            <a:r>
              <a:rPr lang="en-GB" sz="1300" dirty="0"/>
              <a:t> and </a:t>
            </a:r>
            <a:r>
              <a:rPr lang="en-GB" sz="1300" b="1" dirty="0"/>
              <a:t>Michael Hoffman</a:t>
            </a:r>
            <a:r>
              <a:rPr lang="en-GB" sz="1300" dirty="0"/>
              <a:t> follow with </a:t>
            </a:r>
            <a:r>
              <a:rPr lang="en-GB" sz="1300" b="1" dirty="0"/>
              <a:t>57 and 48 bookings</a:t>
            </a:r>
            <a:r>
              <a:rPr lang="en-GB" sz="1300" dirty="0"/>
              <a:t>, spending approximately </a:t>
            </a:r>
            <a:r>
              <a:rPr lang="en-GB" sz="1300" b="1" dirty="0"/>
              <a:t>₹8.78 lakh and ₹8.53 lakh</a:t>
            </a:r>
            <a:r>
              <a:rPr lang="en-GB" sz="1300" dirty="0"/>
              <a:t> respectively.</a:t>
            </a:r>
          </a:p>
          <a:p>
            <a:pPr marL="285750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sz="1300" dirty="0"/>
              <a:t>The results highlight a group of </a:t>
            </a:r>
            <a:r>
              <a:rPr lang="en-GB" sz="1300" b="1" dirty="0"/>
              <a:t>high-frequency and high-spending guests</a:t>
            </a:r>
            <a:r>
              <a:rPr lang="en-GB" sz="1300" dirty="0"/>
              <a:t>, indicating strong repeat-customer activity.</a:t>
            </a:r>
            <a:endParaRPr dirty="0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F01C812-5839-3228-A184-7A9AE04E5365}"/>
              </a:ext>
            </a:extLst>
          </p:cNvPr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4FE225AA-34AB-4AF3-25AE-A291B5A6D513}"/>
              </a:ext>
            </a:extLst>
          </p:cNvPr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AAEBF4-B0DF-8F47-ACCE-50E1CF7C9A10}"/>
              </a:ext>
            </a:extLst>
          </p:cNvPr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57135F-5315-8EDC-799E-4021B32D7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664" y="6311872"/>
            <a:ext cx="2859272" cy="4633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17E98B-1C48-4063-A86B-FAE2B917A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" y="1525881"/>
            <a:ext cx="4245575" cy="30455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8D6C81-0F44-A3FC-E4E7-81FFB43F7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960" y="1772626"/>
            <a:ext cx="3322608" cy="279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4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4D86B-08CA-2CE0-A3BE-5DC7017E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B00602-8AB7-CEEF-E516-7AFEDB95C501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F1B82-CD11-365B-67B1-461F1B08BDFA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F4F08-4974-B7F0-1B09-C684D17CF145}"/>
              </a:ext>
            </a:extLst>
          </p:cNvPr>
          <p:cNvSpPr txBox="1"/>
          <p:nvPr/>
        </p:nvSpPr>
        <p:spPr>
          <a:xfrm>
            <a:off x="411480" y="201168"/>
            <a:ext cx="306365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Stay performance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ABE02-3B6E-49B3-D19E-AE024F9B4E24}"/>
              </a:ext>
            </a:extLst>
          </p:cNvPr>
          <p:cNvSpPr txBox="1"/>
          <p:nvPr/>
        </p:nvSpPr>
        <p:spPr>
          <a:xfrm>
            <a:off x="594360" y="841248"/>
            <a:ext cx="10789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Q. </a:t>
            </a:r>
            <a:r>
              <a:rPr lang="en-GB" sz="2100" b="1" dirty="0"/>
              <a:t>What are the different stay outcomes and how frequently  does each occur?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FC30CF-8F5C-A27B-E97A-B7D7C6400E96}"/>
              </a:ext>
            </a:extLst>
          </p:cNvPr>
          <p:cNvSpPr txBox="1"/>
          <p:nvPr/>
        </p:nvSpPr>
        <p:spPr>
          <a:xfrm>
            <a:off x="5943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323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935BFB-9477-B9A2-64C4-FDA6FF8BEA00}"/>
              </a:ext>
            </a:extLst>
          </p:cNvPr>
          <p:cNvSpPr txBox="1"/>
          <p:nvPr/>
        </p:nvSpPr>
        <p:spPr>
          <a:xfrm>
            <a:off x="658368" y="5166360"/>
            <a:ext cx="107442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 Checked-out is the largest outcome category with 2117 stays.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No-show records (542) exceed cancellations (480).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The highest monthly stay volume occurs in 2026-07 with 153 stays</a:t>
            </a:r>
            <a:endParaRPr dirty="0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E3D5F580-5C44-5022-95B6-BEC18D0115A9}"/>
              </a:ext>
            </a:extLst>
          </p:cNvPr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4A078FE0-84BC-C11F-3873-5C38CA3A9203}"/>
              </a:ext>
            </a:extLst>
          </p:cNvPr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C68DD4-A7D9-4D59-DB22-AB201AC392FC}"/>
              </a:ext>
            </a:extLst>
          </p:cNvPr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604F86D-14BF-A8E1-EE26-91090E19C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664" y="6311872"/>
            <a:ext cx="2859272" cy="4633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316210-2E9B-1266-2DBB-D2C0C3D8C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10" y="1958894"/>
            <a:ext cx="4432400" cy="20147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C0F10-092D-5FCF-0876-30261C834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263" y="1757927"/>
            <a:ext cx="3500801" cy="239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8B170-7060-E4B0-907E-F4649B35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B88561-71E8-9E13-66D6-BCB4BF9029B9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5B8950-4BBC-578D-8197-36D1A61E04D1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E48F4-6DAB-093A-2D18-EFE2EE69FC6F}"/>
              </a:ext>
            </a:extLst>
          </p:cNvPr>
          <p:cNvSpPr txBox="1"/>
          <p:nvPr/>
        </p:nvSpPr>
        <p:spPr>
          <a:xfrm>
            <a:off x="411480" y="201168"/>
            <a:ext cx="43288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Staff &amp; room performance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650AD-E52A-FAD6-AE69-C809173B1526}"/>
              </a:ext>
            </a:extLst>
          </p:cNvPr>
          <p:cNvSpPr txBox="1"/>
          <p:nvPr/>
        </p:nvSpPr>
        <p:spPr>
          <a:xfrm>
            <a:off x="594360" y="841248"/>
            <a:ext cx="10789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Q. </a:t>
            </a:r>
            <a:r>
              <a:rPr lang="en-GB" sz="2100" b="1" dirty="0"/>
              <a:t>How many stays were handled by each staff member?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ADFC5-2254-460C-A149-8CFCAD75AED0}"/>
              </a:ext>
            </a:extLst>
          </p:cNvPr>
          <p:cNvSpPr txBox="1"/>
          <p:nvPr/>
        </p:nvSpPr>
        <p:spPr>
          <a:xfrm>
            <a:off x="5943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323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4C4866-52C7-E055-2FCC-9CE70A1AFB8F}"/>
              </a:ext>
            </a:extLst>
          </p:cNvPr>
          <p:cNvSpPr txBox="1"/>
          <p:nvPr/>
        </p:nvSpPr>
        <p:spPr>
          <a:xfrm>
            <a:off x="658368" y="5166360"/>
            <a:ext cx="107442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Anthony Humphrey handles the highest number of stays: 59.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</a:t>
            </a:r>
            <a:r>
              <a:rPr lang="en-GB" sz="1300" dirty="0"/>
              <a:t>Jeffrey Chavez and Philip Cannon follow with 57 stays each. 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</a:t>
            </a:r>
            <a:r>
              <a:rPr lang="en-GB" sz="1300" dirty="0"/>
              <a:t>The top staff members handled 52–59 stays, showing a relatively close workload range among the highest-performing staff group</a:t>
            </a:r>
            <a:endParaRPr dirty="0"/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1065BCA3-2C73-1119-9152-5EA9F84ACC65}"/>
              </a:ext>
            </a:extLst>
          </p:cNvPr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FEBE2254-3288-BCB1-180A-F372E47D11B7}"/>
              </a:ext>
            </a:extLst>
          </p:cNvPr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CAC99F-F6A9-3E32-2E07-4E571D539B3B}"/>
              </a:ext>
            </a:extLst>
          </p:cNvPr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FEBEFCE-863A-B6D8-8139-85A0E9A6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664" y="6311872"/>
            <a:ext cx="2859272" cy="46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93B998-7F4A-45EE-18A0-6081272B5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6786"/>
            <a:ext cx="4019965" cy="2410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4EB8C6-0134-F3A4-673F-BF0E01CC6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838" y="1473690"/>
            <a:ext cx="3754827" cy="30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41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B8C65-3035-89C5-CF92-6AD88BDB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C71160-9ECF-61E8-855E-6B3FD4C4E174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08F8CE-9AF2-1867-6117-14C061DEBF5C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9351D-2075-5EF9-2E37-7441FE5554EE}"/>
              </a:ext>
            </a:extLst>
          </p:cNvPr>
          <p:cNvSpPr txBox="1"/>
          <p:nvPr/>
        </p:nvSpPr>
        <p:spPr>
          <a:xfrm>
            <a:off x="411480" y="201168"/>
            <a:ext cx="413722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Booking &amp; stay problems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5FE268-B6C6-B21B-DC9D-9EFC557CE9DE}"/>
              </a:ext>
            </a:extLst>
          </p:cNvPr>
          <p:cNvSpPr txBox="1"/>
          <p:nvPr/>
        </p:nvSpPr>
        <p:spPr>
          <a:xfrm>
            <a:off x="594360" y="841248"/>
            <a:ext cx="10789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Q. </a:t>
            </a:r>
            <a:r>
              <a:rPr lang="en-GB" sz="2100" b="1" dirty="0"/>
              <a:t>Which hotels have the most cancellation and no-show problems?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D32028-7A1C-FDFC-336C-C49EBB8F5FFF}"/>
              </a:ext>
            </a:extLst>
          </p:cNvPr>
          <p:cNvSpPr txBox="1"/>
          <p:nvPr/>
        </p:nvSpPr>
        <p:spPr>
          <a:xfrm>
            <a:off x="59436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323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B3E6E6-AB9E-AFAD-5625-74E60CA8AA2B}"/>
              </a:ext>
            </a:extLst>
          </p:cNvPr>
          <p:cNvSpPr txBox="1"/>
          <p:nvPr/>
        </p:nvSpPr>
        <p:spPr>
          <a:xfrm>
            <a:off x="658368" y="5166360"/>
            <a:ext cx="10744200" cy="767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200"/>
              </a:spcAft>
              <a:buFont typeface="Arial" panose="020B0604020202020204" pitchFamily="34" charset="0"/>
              <a:buChar char="•"/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 err="1"/>
              <a:t>StayPoint</a:t>
            </a:r>
            <a:r>
              <a:rPr lang="en-GB" dirty="0"/>
              <a:t> Kochi Palace has the highest problem-stay rate at 39.2%.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The highest-rate hotel has 49 problem stays out of 125 stays.</a:t>
            </a:r>
          </a:p>
          <a:p>
            <a:pPr>
              <a:lnSpc>
                <a:spcPct val="105000"/>
              </a:lnSpc>
              <a:spcAft>
                <a:spcPts val="200"/>
              </a:spcAft>
              <a:defRPr sz="1300">
                <a:solidFill>
                  <a:srgbClr val="141414"/>
                </a:solidFill>
                <a:latin typeface="Aptos"/>
              </a:defRPr>
            </a:pPr>
            <a:r>
              <a:rPr lang="en-GB" dirty="0"/>
              <a:t>• Using a rate makes hotels with different stay volumes more comparable than raw counts alone.</a:t>
            </a:r>
          </a:p>
        </p:txBody>
      </p: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DDCA0DEA-A8D1-7840-321B-913621C0EAC7}"/>
              </a:ext>
            </a:extLst>
          </p:cNvPr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arallelogram 21">
            <a:extLst>
              <a:ext uri="{FF2B5EF4-FFF2-40B4-BE49-F238E27FC236}">
                <a16:creationId xmlns:a16="http://schemas.microsoft.com/office/drawing/2014/main" id="{9A767F3C-E637-2088-23CA-6A1236E2152D}"/>
              </a:ext>
            </a:extLst>
          </p:cNvPr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945F27-D810-436A-D39D-2E0E2D251EAB}"/>
              </a:ext>
            </a:extLst>
          </p:cNvPr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394E908-82DE-20A3-0A9D-76CF3A4B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664" y="6311872"/>
            <a:ext cx="2859272" cy="46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8D62A9-E64E-60E5-F649-3C00105EA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72" y="1670792"/>
            <a:ext cx="4762913" cy="25093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E69128-A829-B605-B6B6-87E517EEA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17" y="1581140"/>
            <a:ext cx="5082980" cy="308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67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377892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lang="en-IN" sz="2700" b="1" dirty="0"/>
              <a:t>Key Insights &amp; Findings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11480" y="1146219"/>
            <a:ext cx="10890505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 err="1">
                <a:latin typeface="Aptos" panose="020B0004020202020204" pitchFamily="34" charset="0"/>
              </a:rPr>
              <a:t>StayPoint</a:t>
            </a:r>
            <a:r>
              <a:rPr lang="en-GB" sz="2000" b="1" dirty="0">
                <a:latin typeface="Aptos" panose="020B0004020202020204" pitchFamily="34" charset="0"/>
              </a:rPr>
              <a:t> Kolkata Residency</a:t>
            </a:r>
            <a:r>
              <a:rPr lang="en-GB" sz="2000" dirty="0">
                <a:latin typeface="Aptos" panose="020B0004020202020204" pitchFamily="34" charset="0"/>
              </a:rPr>
              <a:t> recorded the highest booking volume among the </a:t>
            </a:r>
            <a:r>
              <a:rPr lang="en-GB" sz="2000" dirty="0" err="1">
                <a:latin typeface="Aptos" panose="020B0004020202020204" pitchFamily="34" charset="0"/>
              </a:rPr>
              <a:t>analyzed</a:t>
            </a:r>
            <a:r>
              <a:rPr lang="en-GB" sz="2000" dirty="0">
                <a:latin typeface="Aptos" panose="020B0004020202020204" pitchFamily="34" charset="0"/>
              </a:rPr>
              <a:t> hotels.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latin typeface="Aptos" panose="020B0004020202020204" pitchFamily="34" charset="0"/>
              </a:rPr>
              <a:t>Website</a:t>
            </a:r>
            <a:r>
              <a:rPr lang="en-GB" sz="2000" dirty="0">
                <a:latin typeface="Aptos" panose="020B0004020202020204" pitchFamily="34" charset="0"/>
              </a:rPr>
              <a:t> contributed the highest booking revenue among the </a:t>
            </a:r>
            <a:r>
              <a:rPr lang="en-GB" sz="2000" dirty="0" err="1">
                <a:latin typeface="Aptos" panose="020B0004020202020204" pitchFamily="34" charset="0"/>
              </a:rPr>
              <a:t>analyzed</a:t>
            </a:r>
            <a:r>
              <a:rPr lang="en-GB" sz="2000" dirty="0">
                <a:latin typeface="Aptos" panose="020B0004020202020204" pitchFamily="34" charset="0"/>
              </a:rPr>
              <a:t> booking channels.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latin typeface="Aptos" panose="020B0004020202020204" pitchFamily="34" charset="0"/>
              </a:rPr>
              <a:t>Gwendolyn Klein</a:t>
            </a:r>
            <a:r>
              <a:rPr lang="en-GB" sz="2000" dirty="0">
                <a:latin typeface="Aptos" panose="020B0004020202020204" pitchFamily="34" charset="0"/>
              </a:rPr>
              <a:t> was the most active guest with </a:t>
            </a:r>
            <a:r>
              <a:rPr lang="en-GB" sz="2000" b="1" dirty="0">
                <a:latin typeface="Aptos" panose="020B0004020202020204" pitchFamily="34" charset="0"/>
              </a:rPr>
              <a:t>64 bookings</a:t>
            </a:r>
            <a:r>
              <a:rPr lang="en-GB" sz="2000" dirty="0">
                <a:latin typeface="Aptos" panose="020B0004020202020204" pitchFamily="34" charset="0"/>
              </a:rPr>
              <a:t> and approximately </a:t>
            </a:r>
            <a:r>
              <a:rPr lang="en-GB" sz="2000" b="1" dirty="0">
                <a:latin typeface="Aptos" panose="020B0004020202020204" pitchFamily="34" charset="0"/>
              </a:rPr>
              <a:t>₹11.96 lakh</a:t>
            </a:r>
            <a:r>
              <a:rPr lang="en-GB" sz="2000" dirty="0">
                <a:latin typeface="Aptos" panose="020B0004020202020204" pitchFamily="34" charset="0"/>
              </a:rPr>
              <a:t> in total spending.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dirty="0">
                <a:latin typeface="Aptos" panose="020B0004020202020204" pitchFamily="34" charset="0"/>
              </a:rPr>
              <a:t>Anthony Humphrey</a:t>
            </a:r>
            <a:r>
              <a:rPr lang="en-GB" sz="2000" dirty="0">
                <a:latin typeface="Aptos" panose="020B0004020202020204" pitchFamily="34" charset="0"/>
              </a:rPr>
              <a:t> handled the highest number of stays with </a:t>
            </a:r>
            <a:r>
              <a:rPr lang="en-GB" sz="2000" b="1" dirty="0">
                <a:latin typeface="Aptos" panose="020B0004020202020204" pitchFamily="34" charset="0"/>
              </a:rPr>
              <a:t>59 stays</a:t>
            </a:r>
            <a:r>
              <a:rPr lang="en-GB" sz="2000" dirty="0">
                <a:latin typeface="Aptos" panose="020B0004020202020204" pitchFamily="34" charset="0"/>
              </a:rPr>
              <a:t>.</a:t>
            </a:r>
          </a:p>
          <a:p>
            <a:pPr algn="just"/>
            <a:endParaRPr lang="en-GB" sz="2000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Stay outcome analysis showed that </a:t>
            </a:r>
            <a:r>
              <a:rPr lang="en-GB" sz="2000" b="1" dirty="0">
                <a:latin typeface="Aptos" panose="020B0004020202020204" pitchFamily="34" charset="0"/>
              </a:rPr>
              <a:t>Checked-out</a:t>
            </a:r>
            <a:r>
              <a:rPr lang="en-GB" sz="2000" dirty="0">
                <a:latin typeface="Aptos" panose="020B0004020202020204" pitchFamily="34" charset="0"/>
              </a:rPr>
              <a:t> was the most common stay status.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Hotel-level analysis helped identify properties with higher </a:t>
            </a:r>
            <a:r>
              <a:rPr lang="en-GB" sz="2000" b="1" dirty="0">
                <a:latin typeface="Aptos" panose="020B0004020202020204" pitchFamily="34" charset="0"/>
              </a:rPr>
              <a:t>cancellation and no-show rates</a:t>
            </a:r>
            <a:r>
              <a:rPr lang="en-GB" sz="2000" dirty="0">
                <a:latin typeface="Aptos" panose="020B00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>
              <a:latin typeface="Aptos" panose="020B00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The highest hotel problem rate is 39.2%, showing why rate—not only raw counts—matters.</a:t>
            </a:r>
          </a:p>
          <a:p>
            <a:pPr algn="just"/>
            <a:r>
              <a:rPr lang="en-GB" sz="2000" dirty="0">
                <a:latin typeface="Aptos" panose="020B0004020202020204" pitchFamily="34" charset="0"/>
              </a:rPr>
              <a:t> </a:t>
            </a:r>
          </a:p>
          <a:p>
            <a:pPr algn="l">
              <a:defRPr sz="1400" b="1">
                <a:solidFill>
                  <a:srgbClr val="DC2323"/>
                </a:solidFill>
                <a:latin typeface="Aptos"/>
              </a:defRPr>
            </a:pPr>
            <a:endParaRPr dirty="0"/>
          </a:p>
        </p:txBody>
      </p:sp>
      <p:sp>
        <p:nvSpPr>
          <p:cNvPr id="24" name="Parallelogram 23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rallelogram 24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EF6129A-3FE8-CEF4-D1C0-106BFB31D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461" y="6296398"/>
            <a:ext cx="2859272" cy="463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8EB47-2A13-7C55-C195-203F3A714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A0929C-298E-38E8-792D-7580FC6B2F35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C0A23-78F3-53B6-EFB7-BD74FDEA0984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3C833-97D7-2C5A-3D70-C50652DE378D}"/>
              </a:ext>
            </a:extLst>
          </p:cNvPr>
          <p:cNvSpPr txBox="1"/>
          <p:nvPr/>
        </p:nvSpPr>
        <p:spPr>
          <a:xfrm>
            <a:off x="411480" y="201168"/>
            <a:ext cx="513974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lang="en-GB" sz="2700" b="1" dirty="0"/>
              <a:t>Challenges Faced in the Project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C29931-71B8-0602-5E90-0DE12E826103}"/>
              </a:ext>
            </a:extLst>
          </p:cNvPr>
          <p:cNvSpPr txBox="1"/>
          <p:nvPr/>
        </p:nvSpPr>
        <p:spPr>
          <a:xfrm>
            <a:off x="251460" y="1171168"/>
            <a:ext cx="10890505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r>
              <a:rPr lang="en-GB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Data preparation: Handling different date formats and ensuring the CSV data was imported correctly.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endParaRPr lang="en-GB" sz="19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r>
              <a:rPr lang="en-GB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Database relationships: Understanding and correctly joining the six tables using their primary and foreign keys.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endParaRPr lang="en-GB" sz="19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r>
              <a:rPr lang="en-GB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Query formulation: Converting business objectives into meaningful and measurable SQL questions.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endParaRPr lang="en-GB" sz="19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r>
              <a:rPr lang="en-GB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SQL complexity: Using JOIN, COUNT(), SUM(), AVG(), GROUP BY, ORDER BY and CASE WHEN correctly.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endParaRPr lang="en-GB" sz="19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r>
              <a:rPr lang="en-GB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Result interpretation: Converting SQL outputs into clear business insights rather than only presenting numbers.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endParaRPr lang="en-GB" sz="19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 sz="1400" b="1">
                <a:solidFill>
                  <a:srgbClr val="DC2323"/>
                </a:solidFill>
                <a:latin typeface="Aptos"/>
              </a:defRPr>
            </a:pPr>
            <a:r>
              <a:rPr lang="en-GB" sz="19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Comparative analysis: Using both raw counts and percentages to make meaningful comparisons between hotels, guests, channels and staff.</a:t>
            </a:r>
            <a:endParaRPr sz="19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3660C617-49CE-2388-D471-EBE8924EF0D3}"/>
              </a:ext>
            </a:extLst>
          </p:cNvPr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7B1E8DDB-4DAC-D73C-CA1C-5526094F9DFC}"/>
              </a:ext>
            </a:extLst>
          </p:cNvPr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7C4FE-E2D6-C518-C42E-D1DFF4AD88BC}"/>
              </a:ext>
            </a:extLst>
          </p:cNvPr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CDEEBA-89A4-80BD-5D29-D1B6C98A8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461" y="6296398"/>
            <a:ext cx="2859272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98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" y="1050554"/>
            <a:ext cx="10222188" cy="2039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41414"/>
                </a:solidFill>
                <a:latin typeface="Aptos"/>
              </a:defRPr>
            </a:pPr>
            <a:r>
              <a:rPr lang="en-GB" sz="1700" dirty="0"/>
              <a:t>SQL analysis transformed the hotel reservation data into actionable business insights.</a:t>
            </a:r>
          </a:p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41414"/>
                </a:solidFill>
                <a:latin typeface="Aptos"/>
              </a:defRPr>
            </a:pPr>
            <a:r>
              <a:rPr lang="en-GB" sz="1700" dirty="0"/>
              <a:t>The analysis identified important patterns in </a:t>
            </a:r>
            <a:r>
              <a:rPr lang="en-GB" sz="1700" b="1" dirty="0"/>
              <a:t>booking demand, guest behaviour, staff workload and stay outcomes</a:t>
            </a:r>
            <a:r>
              <a:rPr lang="en-GB" sz="1700" dirty="0"/>
              <a:t>.</a:t>
            </a:r>
          </a:p>
          <a:p>
            <a:pPr marL="285750" indent="-285750" algn="just">
              <a:lnSpc>
                <a:spcPct val="105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700">
                <a:solidFill>
                  <a:srgbClr val="141414"/>
                </a:solidFill>
                <a:latin typeface="Aptos"/>
              </a:defRPr>
            </a:pPr>
            <a:r>
              <a:rPr lang="en-GB" sz="1700" dirty="0"/>
              <a:t>Combining multiple database tables provided a more complete view of </a:t>
            </a:r>
            <a:r>
              <a:rPr lang="en-GB" sz="1700" b="1" dirty="0"/>
              <a:t>hotel operations and customer activity</a:t>
            </a:r>
            <a:r>
              <a:rPr lang="en-GB" sz="1700" dirty="0"/>
              <a:t>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700">
                <a:solidFill>
                  <a:srgbClr val="141414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Parallelogram 10"/>
          <p:cNvSpPr/>
          <p:nvPr/>
        </p:nvSpPr>
        <p:spPr>
          <a:xfrm>
            <a:off x="0" y="6272784"/>
            <a:ext cx="777240" cy="256032"/>
          </a:xfrm>
          <a:prstGeom prst="parallelogram">
            <a:avLst/>
          </a:prstGeom>
          <a:solidFill>
            <a:srgbClr val="FC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arallelogram 11"/>
          <p:cNvSpPr/>
          <p:nvPr/>
        </p:nvSpPr>
        <p:spPr>
          <a:xfrm>
            <a:off x="0" y="6364224"/>
            <a:ext cx="502920" cy="146304"/>
          </a:xfrm>
          <a:prstGeom prst="parallelogram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6528816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Aptos"/>
              </a:defRPr>
            </a:pPr>
            <a:r>
              <a:t>Hotel Reservation Analytics • MySQL Business Analytics Project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45EFC0-2B42-3A85-560F-F1C40C1B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524" y="6278860"/>
            <a:ext cx="2859272" cy="46333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2C74B22-D7D8-8760-B9F2-37F9B1703313}"/>
              </a:ext>
            </a:extLst>
          </p:cNvPr>
          <p:cNvSpPr txBox="1"/>
          <p:nvPr/>
        </p:nvSpPr>
        <p:spPr>
          <a:xfrm>
            <a:off x="411480" y="2999368"/>
            <a:ext cx="459164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C2323"/>
                </a:solidFill>
                <a:latin typeface="Aptos"/>
              </a:defRPr>
            </a:pPr>
            <a:r>
              <a:rPr lang="en-IN" dirty="0"/>
              <a:t>Business recommendations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D779AC-2A7D-4C4D-5F88-CEC0F8761988}"/>
              </a:ext>
            </a:extLst>
          </p:cNvPr>
          <p:cNvSpPr txBox="1"/>
          <p:nvPr/>
        </p:nvSpPr>
        <p:spPr>
          <a:xfrm>
            <a:off x="388620" y="3701670"/>
            <a:ext cx="10085028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Use hotel, room-type and channel booking counts to prepare capacity for high-demand segments.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Website and Mobile App together represent the largest booking/revenue contribution; monitor conversion and average stay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7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dirty="0"/>
              <a:t>Balance staff workload by comparing stays handled and average stay duration.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Focus on repeat and high-value guests through customer retention and loyalty activities.</a:t>
            </a:r>
            <a:endParaRPr lang="en-GB" sz="1700" dirty="0">
              <a:latin typeface="Aptos" panose="020B0004020202020204" pitchFamily="34" charset="0"/>
            </a:endParaRPr>
          </a:p>
          <a:p>
            <a:endParaRPr lang="en-IN" sz="17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8A171-9CED-D6DA-FDC9-B79AD0774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434F6A-5E3F-0274-425D-7F7F1A2095C7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945D7F-F255-56CB-70E7-DF13C4D05862}"/>
              </a:ext>
            </a:extLst>
          </p:cNvPr>
          <p:cNvSpPr/>
          <p:nvPr/>
        </p:nvSpPr>
        <p:spPr>
          <a:xfrm>
            <a:off x="11631168" y="0"/>
            <a:ext cx="557784" cy="64008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9E34C83-1A34-470C-F0D3-9C7E5D6A3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461" y="6296398"/>
            <a:ext cx="2859272" cy="46333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E2ECA153-1B2C-3217-5835-34CA76DC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545" y="1936802"/>
            <a:ext cx="446722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A3B622-11FA-55A5-6E7B-16B314BA87D9}"/>
              </a:ext>
            </a:extLst>
          </p:cNvPr>
          <p:cNvSpPr txBox="1"/>
          <p:nvPr/>
        </p:nvSpPr>
        <p:spPr>
          <a:xfrm>
            <a:off x="1670538" y="2498133"/>
            <a:ext cx="61345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3200" b="0" i="0" u="none" strike="noStrike" dirty="0">
                <a:solidFill>
                  <a:srgbClr val="C00000"/>
                </a:solidFill>
                <a:effectLst/>
                <a:latin typeface="Libre Baskerville" panose="02000000000000000000" pitchFamily="2" charset="0"/>
              </a:rPr>
              <a:t>THANK </a:t>
            </a:r>
          </a:p>
          <a:p>
            <a:pPr rtl="0">
              <a:buNone/>
            </a:pPr>
            <a:r>
              <a:rPr lang="en-IN" sz="3200" b="0" i="0" u="none" strike="noStrike" dirty="0">
                <a:solidFill>
                  <a:srgbClr val="C00000"/>
                </a:solidFill>
                <a:effectLst/>
                <a:latin typeface="Libre Baskerville" panose="02000000000000000000" pitchFamily="2" charset="0"/>
              </a:rPr>
              <a:t>YOU</a:t>
            </a:r>
            <a:endParaRPr lang="en-IN" sz="3200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663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1294</Words>
  <Application>Microsoft Office PowerPoint</Application>
  <PresentationFormat>Widescreen</PresentationFormat>
  <Paragraphs>187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SHRIYA SAHU</cp:lastModifiedBy>
  <cp:revision>2</cp:revision>
  <cp:lastPrinted>2026-09-24T17:21:52Z</cp:lastPrinted>
  <dcterms:created xsi:type="dcterms:W3CDTF">2013-01-27T09:14:16Z</dcterms:created>
  <dcterms:modified xsi:type="dcterms:W3CDTF">2026-09-24T17:57:56Z</dcterms:modified>
  <cp:category/>
</cp:coreProperties>
</file>